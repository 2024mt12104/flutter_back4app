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package/2006/relationships/metadata/extended-properties" Target="docProps/app0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9" autoAdjust="0"/>
    <p:restoredTop sz="94692" autoAdjust="0"/>
  </p:normalViewPr>
  <p:slideViewPr>
    <p:cSldViewPr snapToGrid="0" snapToObjects="1">
      <p:cViewPr varScale="1">
        <p:scale>
          <a:sx n="150" d="100"/>
          <a:sy n="150" d="100"/>
        </p:scale>
        <p:origin x="168" y="7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4AB02F-659E-467F-A7A6-CC2E042370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A0B8085-E361-45F9-BC21-0EB2D24E4E5F}">
      <dgm:prSet/>
      <dgm:spPr/>
      <dgm:t>
        <a:bodyPr/>
        <a:lstStyle/>
        <a:p>
          <a:r>
            <a:rPr lang="en-US" b="1" i="0"/>
            <a:t>Key Features:</a:t>
          </a:r>
          <a:r>
            <a:rPr lang="en-US" b="0" i="0"/>
            <a:t> - 🔐 Secure Login &amp; Registration - 📝 Create, Edit, Delete Notes - ☁️ Cloud Sync with Back4App - 🎨 Beautiful UI with Custom Logo - 🔒 User-Specific Data Security</a:t>
          </a:r>
          <a:endParaRPr lang="en-US"/>
        </a:p>
      </dgm:t>
    </dgm:pt>
    <dgm:pt modelId="{26179860-DED9-403E-B650-DE9E6E7A13CA}" type="parTrans" cxnId="{89FF43ED-E816-4161-A33B-8A814C36B547}">
      <dgm:prSet/>
      <dgm:spPr/>
      <dgm:t>
        <a:bodyPr/>
        <a:lstStyle/>
        <a:p>
          <a:endParaRPr lang="en-US"/>
        </a:p>
      </dgm:t>
    </dgm:pt>
    <dgm:pt modelId="{1794861C-523C-49D1-99C7-A42985DB66A6}" type="sibTrans" cxnId="{89FF43ED-E816-4161-A33B-8A814C36B547}">
      <dgm:prSet/>
      <dgm:spPr/>
      <dgm:t>
        <a:bodyPr/>
        <a:lstStyle/>
        <a:p>
          <a:endParaRPr lang="en-US"/>
        </a:p>
      </dgm:t>
    </dgm:pt>
    <dgm:pt modelId="{15C59454-DE46-407B-9AF9-33FA59E4162C}">
      <dgm:prSet/>
      <dgm:spPr/>
      <dgm:t>
        <a:bodyPr/>
        <a:lstStyle/>
        <a:p>
          <a:r>
            <a:rPr lang="en-US" b="1" i="0"/>
            <a:t>Built With:</a:t>
          </a:r>
          <a:r>
            <a:rPr lang="en-US" b="0" i="0"/>
            <a:t> Flutter + Dart + Back4App</a:t>
          </a:r>
          <a:endParaRPr lang="en-US"/>
        </a:p>
      </dgm:t>
    </dgm:pt>
    <dgm:pt modelId="{648E568B-8DBA-4425-99B4-93689233C48B}" type="parTrans" cxnId="{B5DEFEB1-539E-46F7-B342-E2791CCC0906}">
      <dgm:prSet/>
      <dgm:spPr/>
      <dgm:t>
        <a:bodyPr/>
        <a:lstStyle/>
        <a:p>
          <a:endParaRPr lang="en-US"/>
        </a:p>
      </dgm:t>
    </dgm:pt>
    <dgm:pt modelId="{5031B845-A967-46C5-9C0D-2A8F4933BE73}" type="sibTrans" cxnId="{B5DEFEB1-539E-46F7-B342-E2791CCC0906}">
      <dgm:prSet/>
      <dgm:spPr/>
      <dgm:t>
        <a:bodyPr/>
        <a:lstStyle/>
        <a:p>
          <a:endParaRPr lang="en-US"/>
        </a:p>
      </dgm:t>
    </dgm:pt>
    <dgm:pt modelId="{31D00FFA-4F10-43B9-A7F2-ECA3EA7D902A}" type="pres">
      <dgm:prSet presAssocID="{094AB02F-659E-467F-A7A6-CC2E0423707B}" presName="root" presStyleCnt="0">
        <dgm:presLayoutVars>
          <dgm:dir/>
          <dgm:resizeHandles val="exact"/>
        </dgm:presLayoutVars>
      </dgm:prSet>
      <dgm:spPr/>
    </dgm:pt>
    <dgm:pt modelId="{3418F90D-0C88-4F4B-8A6F-B51EB4CF14FC}" type="pres">
      <dgm:prSet presAssocID="{BA0B8085-E361-45F9-BC21-0EB2D24E4E5F}" presName="compNode" presStyleCnt="0"/>
      <dgm:spPr/>
    </dgm:pt>
    <dgm:pt modelId="{44AB8892-E622-4A2E-A570-1EF2072436DE}" type="pres">
      <dgm:prSet presAssocID="{BA0B8085-E361-45F9-BC21-0EB2D24E4E5F}" presName="bgRect" presStyleLbl="bgShp" presStyleIdx="0" presStyleCnt="2"/>
      <dgm:spPr/>
    </dgm:pt>
    <dgm:pt modelId="{D637D809-7E45-473D-B94C-F8963CB89712}" type="pres">
      <dgm:prSet presAssocID="{BA0B8085-E361-45F9-BC21-0EB2D24E4E5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EB41963-1373-4408-ABD7-EFFD444AAD28}" type="pres">
      <dgm:prSet presAssocID="{BA0B8085-E361-45F9-BC21-0EB2D24E4E5F}" presName="spaceRect" presStyleCnt="0"/>
      <dgm:spPr/>
    </dgm:pt>
    <dgm:pt modelId="{1810B520-F56F-4C0C-B03A-4F381CAED090}" type="pres">
      <dgm:prSet presAssocID="{BA0B8085-E361-45F9-BC21-0EB2D24E4E5F}" presName="parTx" presStyleLbl="revTx" presStyleIdx="0" presStyleCnt="2">
        <dgm:presLayoutVars>
          <dgm:chMax val="0"/>
          <dgm:chPref val="0"/>
        </dgm:presLayoutVars>
      </dgm:prSet>
      <dgm:spPr/>
    </dgm:pt>
    <dgm:pt modelId="{DFE0F6C2-567C-4162-BB5F-C450348ABE3D}" type="pres">
      <dgm:prSet presAssocID="{1794861C-523C-49D1-99C7-A42985DB66A6}" presName="sibTrans" presStyleCnt="0"/>
      <dgm:spPr/>
    </dgm:pt>
    <dgm:pt modelId="{2F35098B-1CDC-4735-B520-701C4EE0806C}" type="pres">
      <dgm:prSet presAssocID="{15C59454-DE46-407B-9AF9-33FA59E4162C}" presName="compNode" presStyleCnt="0"/>
      <dgm:spPr/>
    </dgm:pt>
    <dgm:pt modelId="{1C292D40-78C8-4B0A-AC62-094D73C6D9F9}" type="pres">
      <dgm:prSet presAssocID="{15C59454-DE46-407B-9AF9-33FA59E4162C}" presName="bgRect" presStyleLbl="bgShp" presStyleIdx="1" presStyleCnt="2"/>
      <dgm:spPr/>
    </dgm:pt>
    <dgm:pt modelId="{3D5812D7-C20B-4D89-A2FB-13DBB93A3013}" type="pres">
      <dgm:prSet presAssocID="{15C59454-DE46-407B-9AF9-33FA59E4162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rrow"/>
        </a:ext>
      </dgm:extLst>
    </dgm:pt>
    <dgm:pt modelId="{838B53B1-C9FF-419B-85EB-60B044D9ABB6}" type="pres">
      <dgm:prSet presAssocID="{15C59454-DE46-407B-9AF9-33FA59E4162C}" presName="spaceRect" presStyleCnt="0"/>
      <dgm:spPr/>
    </dgm:pt>
    <dgm:pt modelId="{094353EF-F235-45F0-B5DC-68CFC2ABFD8D}" type="pres">
      <dgm:prSet presAssocID="{15C59454-DE46-407B-9AF9-33FA59E4162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B67DB37-1CE3-4F56-BF8F-F31BB10D0A6D}" type="presOf" srcId="{094AB02F-659E-467F-A7A6-CC2E0423707B}" destId="{31D00FFA-4F10-43B9-A7F2-ECA3EA7D902A}" srcOrd="0" destOrd="0" presId="urn:microsoft.com/office/officeart/2018/2/layout/IconVerticalSolidList"/>
    <dgm:cxn modelId="{64FE086A-10B0-44FF-9A82-ED85343FC897}" type="presOf" srcId="{15C59454-DE46-407B-9AF9-33FA59E4162C}" destId="{094353EF-F235-45F0-B5DC-68CFC2ABFD8D}" srcOrd="0" destOrd="0" presId="urn:microsoft.com/office/officeart/2018/2/layout/IconVerticalSolidList"/>
    <dgm:cxn modelId="{7AE58394-9573-42B1-AB8F-984A76A337EB}" type="presOf" srcId="{BA0B8085-E361-45F9-BC21-0EB2D24E4E5F}" destId="{1810B520-F56F-4C0C-B03A-4F381CAED090}" srcOrd="0" destOrd="0" presId="urn:microsoft.com/office/officeart/2018/2/layout/IconVerticalSolidList"/>
    <dgm:cxn modelId="{B5DEFEB1-539E-46F7-B342-E2791CCC0906}" srcId="{094AB02F-659E-467F-A7A6-CC2E0423707B}" destId="{15C59454-DE46-407B-9AF9-33FA59E4162C}" srcOrd="1" destOrd="0" parTransId="{648E568B-8DBA-4425-99B4-93689233C48B}" sibTransId="{5031B845-A967-46C5-9C0D-2A8F4933BE73}"/>
    <dgm:cxn modelId="{89FF43ED-E816-4161-A33B-8A814C36B547}" srcId="{094AB02F-659E-467F-A7A6-CC2E0423707B}" destId="{BA0B8085-E361-45F9-BC21-0EB2D24E4E5F}" srcOrd="0" destOrd="0" parTransId="{26179860-DED9-403E-B650-DE9E6E7A13CA}" sibTransId="{1794861C-523C-49D1-99C7-A42985DB66A6}"/>
    <dgm:cxn modelId="{1A27FB60-1D78-4FBB-BDDE-FC3AD7CAE36A}" type="presParOf" srcId="{31D00FFA-4F10-43B9-A7F2-ECA3EA7D902A}" destId="{3418F90D-0C88-4F4B-8A6F-B51EB4CF14FC}" srcOrd="0" destOrd="0" presId="urn:microsoft.com/office/officeart/2018/2/layout/IconVerticalSolidList"/>
    <dgm:cxn modelId="{37B9A345-0D45-46CA-BDE2-B3917838AB92}" type="presParOf" srcId="{3418F90D-0C88-4F4B-8A6F-B51EB4CF14FC}" destId="{44AB8892-E622-4A2E-A570-1EF2072436DE}" srcOrd="0" destOrd="0" presId="urn:microsoft.com/office/officeart/2018/2/layout/IconVerticalSolidList"/>
    <dgm:cxn modelId="{3A6560F8-E5E0-40F1-A24E-963C0C7DB0CD}" type="presParOf" srcId="{3418F90D-0C88-4F4B-8A6F-B51EB4CF14FC}" destId="{D637D809-7E45-473D-B94C-F8963CB89712}" srcOrd="1" destOrd="0" presId="urn:microsoft.com/office/officeart/2018/2/layout/IconVerticalSolidList"/>
    <dgm:cxn modelId="{C84EC59E-2A99-467A-BAB6-F8C84620478F}" type="presParOf" srcId="{3418F90D-0C88-4F4B-8A6F-B51EB4CF14FC}" destId="{CEB41963-1373-4408-ABD7-EFFD444AAD28}" srcOrd="2" destOrd="0" presId="urn:microsoft.com/office/officeart/2018/2/layout/IconVerticalSolidList"/>
    <dgm:cxn modelId="{DE2154B8-95D7-4AFF-8FB3-D71539C82F7F}" type="presParOf" srcId="{3418F90D-0C88-4F4B-8A6F-B51EB4CF14FC}" destId="{1810B520-F56F-4C0C-B03A-4F381CAED090}" srcOrd="3" destOrd="0" presId="urn:microsoft.com/office/officeart/2018/2/layout/IconVerticalSolidList"/>
    <dgm:cxn modelId="{0EB5448A-37FC-4C67-BF1B-72AFD4AD6C35}" type="presParOf" srcId="{31D00FFA-4F10-43B9-A7F2-ECA3EA7D902A}" destId="{DFE0F6C2-567C-4162-BB5F-C450348ABE3D}" srcOrd="1" destOrd="0" presId="urn:microsoft.com/office/officeart/2018/2/layout/IconVerticalSolidList"/>
    <dgm:cxn modelId="{BF6AE7D7-41AA-4D99-BD4F-2F1556C99C8E}" type="presParOf" srcId="{31D00FFA-4F10-43B9-A7F2-ECA3EA7D902A}" destId="{2F35098B-1CDC-4735-B520-701C4EE0806C}" srcOrd="2" destOrd="0" presId="urn:microsoft.com/office/officeart/2018/2/layout/IconVerticalSolidList"/>
    <dgm:cxn modelId="{57F66023-7328-4757-88DB-D5204110397C}" type="presParOf" srcId="{2F35098B-1CDC-4735-B520-701C4EE0806C}" destId="{1C292D40-78C8-4B0A-AC62-094D73C6D9F9}" srcOrd="0" destOrd="0" presId="urn:microsoft.com/office/officeart/2018/2/layout/IconVerticalSolidList"/>
    <dgm:cxn modelId="{E81DBEB1-08FE-4D4F-8D9B-B21228ABDD66}" type="presParOf" srcId="{2F35098B-1CDC-4735-B520-701C4EE0806C}" destId="{3D5812D7-C20B-4D89-A2FB-13DBB93A3013}" srcOrd="1" destOrd="0" presId="urn:microsoft.com/office/officeart/2018/2/layout/IconVerticalSolidList"/>
    <dgm:cxn modelId="{F9C61BF2-67CF-4725-98A4-B3B4EAC34011}" type="presParOf" srcId="{2F35098B-1CDC-4735-B520-701C4EE0806C}" destId="{838B53B1-C9FF-419B-85EB-60B044D9ABB6}" srcOrd="2" destOrd="0" presId="urn:microsoft.com/office/officeart/2018/2/layout/IconVerticalSolidList"/>
    <dgm:cxn modelId="{A6F85291-63FF-47F7-8439-0843BE178E85}" type="presParOf" srcId="{2F35098B-1CDC-4735-B520-701C4EE0806C}" destId="{094353EF-F235-45F0-B5DC-68CFC2ABFD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462548-2047-441E-928C-423C1E4D7F4F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ECCF246-DB79-46FA-8172-04F78C402145}">
      <dgm:prSet/>
      <dgm:spPr/>
      <dgm:t>
        <a:bodyPr/>
        <a:lstStyle/>
        <a:p>
          <a:r>
            <a:rPr lang="en-US" b="0" i="0"/>
            <a:t>Flutter App (UI)</a:t>
          </a:r>
          <a:br>
            <a:rPr lang="en-US" b="0" i="0"/>
          </a:br>
          <a:r>
            <a:rPr lang="en-US" b="0" i="0"/>
            <a:t>      ↓</a:t>
          </a:r>
          <a:br>
            <a:rPr lang="en-US" b="0" i="0"/>
          </a:br>
          <a:r>
            <a:rPr lang="en-US" b="0" i="0"/>
            <a:t>DB Helper (Logic)</a:t>
          </a:r>
          <a:br>
            <a:rPr lang="en-US" b="0" i="0"/>
          </a:br>
          <a:r>
            <a:rPr lang="en-US" b="0" i="0"/>
            <a:t>      ↓</a:t>
          </a:r>
          <a:br>
            <a:rPr lang="en-US" b="0" i="0"/>
          </a:br>
          <a:r>
            <a:rPr lang="en-US" b="0" i="0"/>
            <a:t>Parse SDK (API)</a:t>
          </a:r>
          <a:br>
            <a:rPr lang="en-US" b="0" i="0"/>
          </a:br>
          <a:r>
            <a:rPr lang="en-US" b="0" i="0"/>
            <a:t>      ↓</a:t>
          </a:r>
          <a:br>
            <a:rPr lang="en-US" b="0" i="0"/>
          </a:br>
          <a:r>
            <a:rPr lang="en-US" b="0" i="0"/>
            <a:t>Back4App (Cloud Database)</a:t>
          </a:r>
          <a:endParaRPr lang="en-US"/>
        </a:p>
      </dgm:t>
    </dgm:pt>
    <dgm:pt modelId="{48AF897D-1280-4868-91D6-A4E07D9D4F67}" type="parTrans" cxnId="{A11F67EF-D6DD-43C0-BF91-78141B08A2B3}">
      <dgm:prSet/>
      <dgm:spPr/>
      <dgm:t>
        <a:bodyPr/>
        <a:lstStyle/>
        <a:p>
          <a:endParaRPr lang="en-US"/>
        </a:p>
      </dgm:t>
    </dgm:pt>
    <dgm:pt modelId="{8A2E6710-0B51-44A2-9793-91061D22DE9B}" type="sibTrans" cxnId="{A11F67EF-D6DD-43C0-BF91-78141B08A2B3}">
      <dgm:prSet/>
      <dgm:spPr/>
      <dgm:t>
        <a:bodyPr/>
        <a:lstStyle/>
        <a:p>
          <a:endParaRPr lang="en-US"/>
        </a:p>
      </dgm:t>
    </dgm:pt>
    <dgm:pt modelId="{306916BB-22C1-4A57-92C1-13423647E5D2}">
      <dgm:prSet/>
      <dgm:spPr/>
      <dgm:t>
        <a:bodyPr/>
        <a:lstStyle/>
        <a:p>
          <a:r>
            <a:rPr lang="en-US" b="1" i="0"/>
            <a:t>Key Technologies:</a:t>
          </a:r>
          <a:r>
            <a:rPr lang="en-US" b="0" i="0"/>
            <a:t> - Frontend: Flutter 3.9.2, Material Design 3 - Backend: Parse Server via Back4App - Authentication: Session-based with ACL - Database: Cloud-hosted Parse Server</a:t>
          </a:r>
          <a:endParaRPr lang="en-US"/>
        </a:p>
      </dgm:t>
    </dgm:pt>
    <dgm:pt modelId="{B7D02010-CF18-4D4D-8E17-4D164BA76972}" type="parTrans" cxnId="{29691891-9E9D-40EE-AFFC-3B607254FCF7}">
      <dgm:prSet/>
      <dgm:spPr/>
      <dgm:t>
        <a:bodyPr/>
        <a:lstStyle/>
        <a:p>
          <a:endParaRPr lang="en-US"/>
        </a:p>
      </dgm:t>
    </dgm:pt>
    <dgm:pt modelId="{074CFBA2-917A-4637-95B1-2BFDC3272145}" type="sibTrans" cxnId="{29691891-9E9D-40EE-AFFC-3B607254FCF7}">
      <dgm:prSet/>
      <dgm:spPr/>
      <dgm:t>
        <a:bodyPr/>
        <a:lstStyle/>
        <a:p>
          <a:endParaRPr lang="en-US"/>
        </a:p>
      </dgm:t>
    </dgm:pt>
    <dgm:pt modelId="{0885959D-8D15-1541-946D-9E2A9925853E}" type="pres">
      <dgm:prSet presAssocID="{1D462548-2047-441E-928C-423C1E4D7F4F}" presName="Name0" presStyleCnt="0">
        <dgm:presLayoutVars>
          <dgm:dir/>
          <dgm:animLvl val="lvl"/>
          <dgm:resizeHandles val="exact"/>
        </dgm:presLayoutVars>
      </dgm:prSet>
      <dgm:spPr/>
    </dgm:pt>
    <dgm:pt modelId="{D631D395-5625-7147-AC68-F9361E076DA2}" type="pres">
      <dgm:prSet presAssocID="{306916BB-22C1-4A57-92C1-13423647E5D2}" presName="boxAndChildren" presStyleCnt="0"/>
      <dgm:spPr/>
    </dgm:pt>
    <dgm:pt modelId="{22A9933E-9E62-254E-92E4-1B6B33D8468D}" type="pres">
      <dgm:prSet presAssocID="{306916BB-22C1-4A57-92C1-13423647E5D2}" presName="parentTextBox" presStyleLbl="node1" presStyleIdx="0" presStyleCnt="2"/>
      <dgm:spPr/>
    </dgm:pt>
    <dgm:pt modelId="{7E08BBCD-26D5-AB45-90C2-5DD90FDB73CE}" type="pres">
      <dgm:prSet presAssocID="{8A2E6710-0B51-44A2-9793-91061D22DE9B}" presName="sp" presStyleCnt="0"/>
      <dgm:spPr/>
    </dgm:pt>
    <dgm:pt modelId="{44776822-FC04-8D4F-B906-FFBAB2A23F68}" type="pres">
      <dgm:prSet presAssocID="{5ECCF246-DB79-46FA-8172-04F78C402145}" presName="arrowAndChildren" presStyleCnt="0"/>
      <dgm:spPr/>
    </dgm:pt>
    <dgm:pt modelId="{AFC3C8BB-56A0-7541-8A0A-E09E0BC25380}" type="pres">
      <dgm:prSet presAssocID="{5ECCF246-DB79-46FA-8172-04F78C402145}" presName="parentTextArrow" presStyleLbl="node1" presStyleIdx="1" presStyleCnt="2"/>
      <dgm:spPr/>
    </dgm:pt>
  </dgm:ptLst>
  <dgm:cxnLst>
    <dgm:cxn modelId="{172D0365-3B8F-A943-850B-A538DF1DFA85}" type="presOf" srcId="{5ECCF246-DB79-46FA-8172-04F78C402145}" destId="{AFC3C8BB-56A0-7541-8A0A-E09E0BC25380}" srcOrd="0" destOrd="0" presId="urn:microsoft.com/office/officeart/2005/8/layout/process4"/>
    <dgm:cxn modelId="{6EE81271-AECA-AF4D-9DD8-BC006005B8AD}" type="presOf" srcId="{306916BB-22C1-4A57-92C1-13423647E5D2}" destId="{22A9933E-9E62-254E-92E4-1B6B33D8468D}" srcOrd="0" destOrd="0" presId="urn:microsoft.com/office/officeart/2005/8/layout/process4"/>
    <dgm:cxn modelId="{29691891-9E9D-40EE-AFFC-3B607254FCF7}" srcId="{1D462548-2047-441E-928C-423C1E4D7F4F}" destId="{306916BB-22C1-4A57-92C1-13423647E5D2}" srcOrd="1" destOrd="0" parTransId="{B7D02010-CF18-4D4D-8E17-4D164BA76972}" sibTransId="{074CFBA2-917A-4637-95B1-2BFDC3272145}"/>
    <dgm:cxn modelId="{A11F67EF-D6DD-43C0-BF91-78141B08A2B3}" srcId="{1D462548-2047-441E-928C-423C1E4D7F4F}" destId="{5ECCF246-DB79-46FA-8172-04F78C402145}" srcOrd="0" destOrd="0" parTransId="{48AF897D-1280-4868-91D6-A4E07D9D4F67}" sibTransId="{8A2E6710-0B51-44A2-9793-91061D22DE9B}"/>
    <dgm:cxn modelId="{6336F9FC-F251-004C-9CEF-FDD7D873975B}" type="presOf" srcId="{1D462548-2047-441E-928C-423C1E4D7F4F}" destId="{0885959D-8D15-1541-946D-9E2A9925853E}" srcOrd="0" destOrd="0" presId="urn:microsoft.com/office/officeart/2005/8/layout/process4"/>
    <dgm:cxn modelId="{7E19F6C9-B487-1F49-8547-F3325FE1CD2B}" type="presParOf" srcId="{0885959D-8D15-1541-946D-9E2A9925853E}" destId="{D631D395-5625-7147-AC68-F9361E076DA2}" srcOrd="0" destOrd="0" presId="urn:microsoft.com/office/officeart/2005/8/layout/process4"/>
    <dgm:cxn modelId="{13104194-C1F4-BD4F-ADE3-E1F88B788E6B}" type="presParOf" srcId="{D631D395-5625-7147-AC68-F9361E076DA2}" destId="{22A9933E-9E62-254E-92E4-1B6B33D8468D}" srcOrd="0" destOrd="0" presId="urn:microsoft.com/office/officeart/2005/8/layout/process4"/>
    <dgm:cxn modelId="{795ED54A-5858-F747-A16B-91DC74789E7F}" type="presParOf" srcId="{0885959D-8D15-1541-946D-9E2A9925853E}" destId="{7E08BBCD-26D5-AB45-90C2-5DD90FDB73CE}" srcOrd="1" destOrd="0" presId="urn:microsoft.com/office/officeart/2005/8/layout/process4"/>
    <dgm:cxn modelId="{54FDBE04-9191-BF48-B385-218ACB55FFC3}" type="presParOf" srcId="{0885959D-8D15-1541-946D-9E2A9925853E}" destId="{44776822-FC04-8D4F-B906-FFBAB2A23F68}" srcOrd="2" destOrd="0" presId="urn:microsoft.com/office/officeart/2005/8/layout/process4"/>
    <dgm:cxn modelId="{53209FEA-1D8E-244F-945B-F592AA83B12C}" type="presParOf" srcId="{44776822-FC04-8D4F-B906-FFBAB2A23F68}" destId="{AFC3C8BB-56A0-7541-8A0A-E09E0BC2538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D1B98C-83C2-46AC-BF35-127D941C2BB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4C52C5-0BA4-44D4-91CC-7E09E7648075}">
      <dgm:prSet/>
      <dgm:spPr/>
      <dgm:t>
        <a:bodyPr/>
        <a:lstStyle/>
        <a:p>
          <a:r>
            <a:rPr lang="en-US" b="1" i="0"/>
            <a:t>Authentication:</a:t>
          </a:r>
          <a:r>
            <a:rPr lang="en-US" b="0" i="0"/>
            <a:t> - Register with username, email, password - Login with validation - Automatic session management</a:t>
          </a:r>
          <a:endParaRPr lang="en-US"/>
        </a:p>
      </dgm:t>
    </dgm:pt>
    <dgm:pt modelId="{E085F559-ABAA-4302-B467-39781DB5DA80}" type="parTrans" cxnId="{548749B5-EE5D-4EAB-AFEA-FD1967824512}">
      <dgm:prSet/>
      <dgm:spPr/>
      <dgm:t>
        <a:bodyPr/>
        <a:lstStyle/>
        <a:p>
          <a:endParaRPr lang="en-US"/>
        </a:p>
      </dgm:t>
    </dgm:pt>
    <dgm:pt modelId="{8710A4C2-00C7-4EA7-8E66-13B85B93487A}" type="sibTrans" cxnId="{548749B5-EE5D-4EAB-AFEA-FD1967824512}">
      <dgm:prSet/>
      <dgm:spPr/>
      <dgm:t>
        <a:bodyPr/>
        <a:lstStyle/>
        <a:p>
          <a:endParaRPr lang="en-US"/>
        </a:p>
      </dgm:t>
    </dgm:pt>
    <dgm:pt modelId="{6E34F928-CE84-46CC-87DE-3FD8F575F89F}">
      <dgm:prSet/>
      <dgm:spPr/>
      <dgm:t>
        <a:bodyPr/>
        <a:lstStyle/>
        <a:p>
          <a:r>
            <a:rPr lang="en-US" b="1" i="0"/>
            <a:t>Notes Management:</a:t>
          </a:r>
          <a:r>
            <a:rPr lang="en-US" b="0" i="0"/>
            <a:t> - ✏️ Create new notes (120 characters) - 👁️ View all personal notes - ✏️ Edit notes with tap - 🗑️ Delete with swipe (undo option)</a:t>
          </a:r>
          <a:endParaRPr lang="en-US"/>
        </a:p>
      </dgm:t>
    </dgm:pt>
    <dgm:pt modelId="{F17C7A1B-8B99-474D-9040-3A05771BA6D0}" type="parTrans" cxnId="{37723515-EE5C-4302-99E8-D94D6A420B61}">
      <dgm:prSet/>
      <dgm:spPr/>
      <dgm:t>
        <a:bodyPr/>
        <a:lstStyle/>
        <a:p>
          <a:endParaRPr lang="en-US"/>
        </a:p>
      </dgm:t>
    </dgm:pt>
    <dgm:pt modelId="{AEDFC8E7-C53B-4D9E-8DE7-52DB109A3744}" type="sibTrans" cxnId="{37723515-EE5C-4302-99E8-D94D6A420B61}">
      <dgm:prSet/>
      <dgm:spPr/>
      <dgm:t>
        <a:bodyPr/>
        <a:lstStyle/>
        <a:p>
          <a:endParaRPr lang="en-US"/>
        </a:p>
      </dgm:t>
    </dgm:pt>
    <dgm:pt modelId="{7C5F2307-B9F1-4769-87AE-00E75B7ADB49}">
      <dgm:prSet/>
      <dgm:spPr/>
      <dgm:t>
        <a:bodyPr/>
        <a:lstStyle/>
        <a:p>
          <a:r>
            <a:rPr lang="en-US" b="1" i="0"/>
            <a:t>UI Highlights:</a:t>
          </a:r>
          <a:r>
            <a:rPr lang="en-US" b="0" i="0"/>
            <a:t> - Custom animated logo - Vibrant peach gradient design - Smooth animations</a:t>
          </a:r>
          <a:endParaRPr lang="en-US"/>
        </a:p>
      </dgm:t>
    </dgm:pt>
    <dgm:pt modelId="{1AA68F48-023B-441C-B566-323DB2E1034E}" type="parTrans" cxnId="{B7137EEB-448F-4FC9-997B-A7852E6FEBD7}">
      <dgm:prSet/>
      <dgm:spPr/>
      <dgm:t>
        <a:bodyPr/>
        <a:lstStyle/>
        <a:p>
          <a:endParaRPr lang="en-US"/>
        </a:p>
      </dgm:t>
    </dgm:pt>
    <dgm:pt modelId="{EEA0CD67-8865-45BC-A256-01693CB45731}" type="sibTrans" cxnId="{B7137EEB-448F-4FC9-997B-A7852E6FEBD7}">
      <dgm:prSet/>
      <dgm:spPr/>
      <dgm:t>
        <a:bodyPr/>
        <a:lstStyle/>
        <a:p>
          <a:endParaRPr lang="en-US"/>
        </a:p>
      </dgm:t>
    </dgm:pt>
    <dgm:pt modelId="{AFD65F7C-9AE6-B34B-A8D3-F5B1528CA330}" type="pres">
      <dgm:prSet presAssocID="{17D1B98C-83C2-46AC-BF35-127D941C2BBB}" presName="linear" presStyleCnt="0">
        <dgm:presLayoutVars>
          <dgm:animLvl val="lvl"/>
          <dgm:resizeHandles val="exact"/>
        </dgm:presLayoutVars>
      </dgm:prSet>
      <dgm:spPr/>
    </dgm:pt>
    <dgm:pt modelId="{86670CE8-E980-7B4B-A507-F0D03227EB79}" type="pres">
      <dgm:prSet presAssocID="{8F4C52C5-0BA4-44D4-91CC-7E09E76480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E7758F9-F9D8-054D-B99A-100F1591F0A6}" type="pres">
      <dgm:prSet presAssocID="{8710A4C2-00C7-4EA7-8E66-13B85B93487A}" presName="spacer" presStyleCnt="0"/>
      <dgm:spPr/>
    </dgm:pt>
    <dgm:pt modelId="{628EB4CF-2BA8-8644-A4A3-C380CBCA8A6E}" type="pres">
      <dgm:prSet presAssocID="{6E34F928-CE84-46CC-87DE-3FD8F575F89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997031-D82B-654B-AB50-93198FD95566}" type="pres">
      <dgm:prSet presAssocID="{AEDFC8E7-C53B-4D9E-8DE7-52DB109A3744}" presName="spacer" presStyleCnt="0"/>
      <dgm:spPr/>
    </dgm:pt>
    <dgm:pt modelId="{A2A70596-EF23-7240-949A-A75B921ACD65}" type="pres">
      <dgm:prSet presAssocID="{7C5F2307-B9F1-4769-87AE-00E75B7ADB4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7723515-EE5C-4302-99E8-D94D6A420B61}" srcId="{17D1B98C-83C2-46AC-BF35-127D941C2BBB}" destId="{6E34F928-CE84-46CC-87DE-3FD8F575F89F}" srcOrd="1" destOrd="0" parTransId="{F17C7A1B-8B99-474D-9040-3A05771BA6D0}" sibTransId="{AEDFC8E7-C53B-4D9E-8DE7-52DB109A3744}"/>
    <dgm:cxn modelId="{E2F3ED23-6797-3942-8B35-8DA901B8D68D}" type="presOf" srcId="{8F4C52C5-0BA4-44D4-91CC-7E09E7648075}" destId="{86670CE8-E980-7B4B-A507-F0D03227EB79}" srcOrd="0" destOrd="0" presId="urn:microsoft.com/office/officeart/2005/8/layout/vList2"/>
    <dgm:cxn modelId="{166ACE31-9EBC-BB4D-86FA-F4A0D2D594AF}" type="presOf" srcId="{6E34F928-CE84-46CC-87DE-3FD8F575F89F}" destId="{628EB4CF-2BA8-8644-A4A3-C380CBCA8A6E}" srcOrd="0" destOrd="0" presId="urn:microsoft.com/office/officeart/2005/8/layout/vList2"/>
    <dgm:cxn modelId="{20D84394-108A-7A44-B0DE-6BA00564AC6F}" type="presOf" srcId="{7C5F2307-B9F1-4769-87AE-00E75B7ADB49}" destId="{A2A70596-EF23-7240-949A-A75B921ACD65}" srcOrd="0" destOrd="0" presId="urn:microsoft.com/office/officeart/2005/8/layout/vList2"/>
    <dgm:cxn modelId="{548749B5-EE5D-4EAB-AFEA-FD1967824512}" srcId="{17D1B98C-83C2-46AC-BF35-127D941C2BBB}" destId="{8F4C52C5-0BA4-44D4-91CC-7E09E7648075}" srcOrd="0" destOrd="0" parTransId="{E085F559-ABAA-4302-B467-39781DB5DA80}" sibTransId="{8710A4C2-00C7-4EA7-8E66-13B85B93487A}"/>
    <dgm:cxn modelId="{88D2CBC5-30C3-1343-A8B7-DB07090DDC0F}" type="presOf" srcId="{17D1B98C-83C2-46AC-BF35-127D941C2BBB}" destId="{AFD65F7C-9AE6-B34B-A8D3-F5B1528CA330}" srcOrd="0" destOrd="0" presId="urn:microsoft.com/office/officeart/2005/8/layout/vList2"/>
    <dgm:cxn modelId="{B7137EEB-448F-4FC9-997B-A7852E6FEBD7}" srcId="{17D1B98C-83C2-46AC-BF35-127D941C2BBB}" destId="{7C5F2307-B9F1-4769-87AE-00E75B7ADB49}" srcOrd="2" destOrd="0" parTransId="{1AA68F48-023B-441C-B566-323DB2E1034E}" sibTransId="{EEA0CD67-8865-45BC-A256-01693CB45731}"/>
    <dgm:cxn modelId="{7794A649-9404-FB4D-9F37-5E27BB40FC6B}" type="presParOf" srcId="{AFD65F7C-9AE6-B34B-A8D3-F5B1528CA330}" destId="{86670CE8-E980-7B4B-A507-F0D03227EB79}" srcOrd="0" destOrd="0" presId="urn:microsoft.com/office/officeart/2005/8/layout/vList2"/>
    <dgm:cxn modelId="{F19E622C-9C24-8C4B-ACED-ED53A58ABAAF}" type="presParOf" srcId="{AFD65F7C-9AE6-B34B-A8D3-F5B1528CA330}" destId="{EE7758F9-F9D8-054D-B99A-100F1591F0A6}" srcOrd="1" destOrd="0" presId="urn:microsoft.com/office/officeart/2005/8/layout/vList2"/>
    <dgm:cxn modelId="{3F149C28-F06C-5544-84CB-2CE170688A80}" type="presParOf" srcId="{AFD65F7C-9AE6-B34B-A8D3-F5B1528CA330}" destId="{628EB4CF-2BA8-8644-A4A3-C380CBCA8A6E}" srcOrd="2" destOrd="0" presId="urn:microsoft.com/office/officeart/2005/8/layout/vList2"/>
    <dgm:cxn modelId="{729DDB08-5631-D24E-9211-F99E09007A69}" type="presParOf" srcId="{AFD65F7C-9AE6-B34B-A8D3-F5B1528CA330}" destId="{4E997031-D82B-654B-AB50-93198FD95566}" srcOrd="3" destOrd="0" presId="urn:microsoft.com/office/officeart/2005/8/layout/vList2"/>
    <dgm:cxn modelId="{8E75E434-AF29-A64C-AF34-67809446CB8B}" type="presParOf" srcId="{AFD65F7C-9AE6-B34B-A8D3-F5B1528CA330}" destId="{A2A70596-EF23-7240-949A-A75B921ACD6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2DDF49-094F-4A6F-9C25-89EB3E9876E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EE5875-C061-46B2-83EF-AC35397AA25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/>
            <a:t>Test Coverage:</a:t>
          </a:r>
          <a:r>
            <a:rPr lang="en-US" b="0" i="0"/>
            <a:t> - ✅ 127 Unit Tests Written - ✅ 74% Code Coverage - ✅ All Tests Passing</a:t>
          </a:r>
          <a:endParaRPr lang="en-US"/>
        </a:p>
      </dgm:t>
    </dgm:pt>
    <dgm:pt modelId="{03FDCFEA-5FB1-47D4-B7C4-EA0F3B86FC7B}" type="parTrans" cxnId="{0591E9E4-A52C-4DEC-B4DB-75DD8F032966}">
      <dgm:prSet/>
      <dgm:spPr/>
      <dgm:t>
        <a:bodyPr/>
        <a:lstStyle/>
        <a:p>
          <a:endParaRPr lang="en-US"/>
        </a:p>
      </dgm:t>
    </dgm:pt>
    <dgm:pt modelId="{6F096775-BC22-4840-854C-567B73DABFA2}" type="sibTrans" cxnId="{0591E9E4-A52C-4DEC-B4DB-75DD8F032966}">
      <dgm:prSet/>
      <dgm:spPr/>
      <dgm:t>
        <a:bodyPr/>
        <a:lstStyle/>
        <a:p>
          <a:endParaRPr lang="en-US"/>
        </a:p>
      </dgm:t>
    </dgm:pt>
    <dgm:pt modelId="{5FD2C19B-9F49-4F29-9467-56B99FC996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/>
            <a:t>Security Features:</a:t>
          </a:r>
          <a:r>
            <a:rPr lang="en-US" b="0" i="0"/>
            <a:t> - 🔐 Encrypted passwords - 🔒 User data isolation (ACL) - 🔑 Environment variables for API keys - 🌐 HTTPS communication</a:t>
          </a:r>
          <a:endParaRPr lang="en-US"/>
        </a:p>
      </dgm:t>
    </dgm:pt>
    <dgm:pt modelId="{3D3A7C5F-F17E-45B1-AC96-3CC4EFEB8DD7}" type="parTrans" cxnId="{E0872F06-D76C-4753-85A3-E5981F05CDC6}">
      <dgm:prSet/>
      <dgm:spPr/>
      <dgm:t>
        <a:bodyPr/>
        <a:lstStyle/>
        <a:p>
          <a:endParaRPr lang="en-US"/>
        </a:p>
      </dgm:t>
    </dgm:pt>
    <dgm:pt modelId="{D24F0808-C6F6-4BB0-850F-B5DBD97EB903}" type="sibTrans" cxnId="{E0872F06-D76C-4753-85A3-E5981F05CDC6}">
      <dgm:prSet/>
      <dgm:spPr/>
      <dgm:t>
        <a:bodyPr/>
        <a:lstStyle/>
        <a:p>
          <a:endParaRPr lang="en-US"/>
        </a:p>
      </dgm:t>
    </dgm:pt>
    <dgm:pt modelId="{8485F285-1F2D-4DA1-B6B3-E66DC00E6E5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/>
            <a:t>Code Quality:</a:t>
          </a:r>
          <a:r>
            <a:rPr lang="en-US" b="0" i="0"/>
            <a:t> - Clean architecture - Comprehensive documentation - Git version control</a:t>
          </a:r>
          <a:endParaRPr lang="en-US"/>
        </a:p>
      </dgm:t>
    </dgm:pt>
    <dgm:pt modelId="{B07CA29C-0F17-403D-9C3C-4BE628305214}" type="parTrans" cxnId="{70A3822D-C15D-4EE2-81B1-967E9E91852B}">
      <dgm:prSet/>
      <dgm:spPr/>
      <dgm:t>
        <a:bodyPr/>
        <a:lstStyle/>
        <a:p>
          <a:endParaRPr lang="en-US"/>
        </a:p>
      </dgm:t>
    </dgm:pt>
    <dgm:pt modelId="{DA638897-A14D-46CD-9696-962645B0FEE1}" type="sibTrans" cxnId="{70A3822D-C15D-4EE2-81B1-967E9E91852B}">
      <dgm:prSet/>
      <dgm:spPr/>
      <dgm:t>
        <a:bodyPr/>
        <a:lstStyle/>
        <a:p>
          <a:endParaRPr lang="en-US"/>
        </a:p>
      </dgm:t>
    </dgm:pt>
    <dgm:pt modelId="{BE8B0ECA-5617-430A-B318-4D248B3E2A1F}" type="pres">
      <dgm:prSet presAssocID="{EF2DDF49-094F-4A6F-9C25-89EB3E9876E6}" presName="root" presStyleCnt="0">
        <dgm:presLayoutVars>
          <dgm:dir/>
          <dgm:resizeHandles val="exact"/>
        </dgm:presLayoutVars>
      </dgm:prSet>
      <dgm:spPr/>
    </dgm:pt>
    <dgm:pt modelId="{26D68715-C7DC-4C2A-B482-7C9E5148B81A}" type="pres">
      <dgm:prSet presAssocID="{61EE5875-C061-46B2-83EF-AC35397AA251}" presName="compNode" presStyleCnt="0"/>
      <dgm:spPr/>
    </dgm:pt>
    <dgm:pt modelId="{3807AFD6-D11B-4B9C-9432-D6FFB1875649}" type="pres">
      <dgm:prSet presAssocID="{61EE5875-C061-46B2-83EF-AC35397AA251}" presName="iconBgRect" presStyleLbl="bgShp" presStyleIdx="0" presStyleCnt="3"/>
      <dgm:spPr/>
    </dgm:pt>
    <dgm:pt modelId="{F469E62B-1C21-4C10-9B98-718FC6D54487}" type="pres">
      <dgm:prSet presAssocID="{61EE5875-C061-46B2-83EF-AC35397AA25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ACF71123-605E-49FA-BCB1-947BF5FAC940}" type="pres">
      <dgm:prSet presAssocID="{61EE5875-C061-46B2-83EF-AC35397AA251}" presName="spaceRect" presStyleCnt="0"/>
      <dgm:spPr/>
    </dgm:pt>
    <dgm:pt modelId="{F46DFA8C-D030-4D3E-ADAA-864BF8C77185}" type="pres">
      <dgm:prSet presAssocID="{61EE5875-C061-46B2-83EF-AC35397AA251}" presName="textRect" presStyleLbl="revTx" presStyleIdx="0" presStyleCnt="3">
        <dgm:presLayoutVars>
          <dgm:chMax val="1"/>
          <dgm:chPref val="1"/>
        </dgm:presLayoutVars>
      </dgm:prSet>
      <dgm:spPr/>
    </dgm:pt>
    <dgm:pt modelId="{16C70B01-8AC1-439A-BF59-AB2EDA8BAB5D}" type="pres">
      <dgm:prSet presAssocID="{6F096775-BC22-4840-854C-567B73DABFA2}" presName="sibTrans" presStyleCnt="0"/>
      <dgm:spPr/>
    </dgm:pt>
    <dgm:pt modelId="{0C136D62-9DAD-489D-B988-E078F0CD7619}" type="pres">
      <dgm:prSet presAssocID="{5FD2C19B-9F49-4F29-9467-56B99FC99624}" presName="compNode" presStyleCnt="0"/>
      <dgm:spPr/>
    </dgm:pt>
    <dgm:pt modelId="{85455728-371D-4627-9BF0-4BC86CB6E94F}" type="pres">
      <dgm:prSet presAssocID="{5FD2C19B-9F49-4F29-9467-56B99FC99624}" presName="iconBgRect" presStyleLbl="bgShp" presStyleIdx="1" presStyleCnt="3"/>
      <dgm:spPr/>
    </dgm:pt>
    <dgm:pt modelId="{EA5C4C3E-44C1-46EA-89C1-ACFEB9FEEA8A}" type="pres">
      <dgm:prSet presAssocID="{5FD2C19B-9F49-4F29-9467-56B99FC996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EDADAB5-ACD2-40D5-B027-B2337D8F72C5}" type="pres">
      <dgm:prSet presAssocID="{5FD2C19B-9F49-4F29-9467-56B99FC99624}" presName="spaceRect" presStyleCnt="0"/>
      <dgm:spPr/>
    </dgm:pt>
    <dgm:pt modelId="{3CC4DC8B-12B4-4216-B392-04BDAFD26E94}" type="pres">
      <dgm:prSet presAssocID="{5FD2C19B-9F49-4F29-9467-56B99FC99624}" presName="textRect" presStyleLbl="revTx" presStyleIdx="1" presStyleCnt="3">
        <dgm:presLayoutVars>
          <dgm:chMax val="1"/>
          <dgm:chPref val="1"/>
        </dgm:presLayoutVars>
      </dgm:prSet>
      <dgm:spPr/>
    </dgm:pt>
    <dgm:pt modelId="{9B39D0E7-6060-4248-9B67-B279430EEE23}" type="pres">
      <dgm:prSet presAssocID="{D24F0808-C6F6-4BB0-850F-B5DBD97EB903}" presName="sibTrans" presStyleCnt="0"/>
      <dgm:spPr/>
    </dgm:pt>
    <dgm:pt modelId="{9994E16F-272D-4CB2-88AA-B071B44EA0EB}" type="pres">
      <dgm:prSet presAssocID="{8485F285-1F2D-4DA1-B6B3-E66DC00E6E5E}" presName="compNode" presStyleCnt="0"/>
      <dgm:spPr/>
    </dgm:pt>
    <dgm:pt modelId="{656E5A2B-BAA1-4C6B-A63A-BAC6222199EE}" type="pres">
      <dgm:prSet presAssocID="{8485F285-1F2D-4DA1-B6B3-E66DC00E6E5E}" presName="iconBgRect" presStyleLbl="bgShp" presStyleIdx="2" presStyleCnt="3"/>
      <dgm:spPr/>
    </dgm:pt>
    <dgm:pt modelId="{55806DE8-A00D-4825-8CF2-0517CF798082}" type="pres">
      <dgm:prSet presAssocID="{8485F285-1F2D-4DA1-B6B3-E66DC00E6E5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0628CC8-C596-4C85-A3DB-50350456055E}" type="pres">
      <dgm:prSet presAssocID="{8485F285-1F2D-4DA1-B6B3-E66DC00E6E5E}" presName="spaceRect" presStyleCnt="0"/>
      <dgm:spPr/>
    </dgm:pt>
    <dgm:pt modelId="{2BB6123A-B794-4B3B-8D36-F2E49F8E053C}" type="pres">
      <dgm:prSet presAssocID="{8485F285-1F2D-4DA1-B6B3-E66DC00E6E5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0872F06-D76C-4753-85A3-E5981F05CDC6}" srcId="{EF2DDF49-094F-4A6F-9C25-89EB3E9876E6}" destId="{5FD2C19B-9F49-4F29-9467-56B99FC99624}" srcOrd="1" destOrd="0" parTransId="{3D3A7C5F-F17E-45B1-AC96-3CC4EFEB8DD7}" sibTransId="{D24F0808-C6F6-4BB0-850F-B5DBD97EB903}"/>
    <dgm:cxn modelId="{70A3822D-C15D-4EE2-81B1-967E9E91852B}" srcId="{EF2DDF49-094F-4A6F-9C25-89EB3E9876E6}" destId="{8485F285-1F2D-4DA1-B6B3-E66DC00E6E5E}" srcOrd="2" destOrd="0" parTransId="{B07CA29C-0F17-403D-9C3C-4BE628305214}" sibTransId="{DA638897-A14D-46CD-9696-962645B0FEE1}"/>
    <dgm:cxn modelId="{5A9B1B44-57D4-4412-92BE-160D10574397}" type="presOf" srcId="{EF2DDF49-094F-4A6F-9C25-89EB3E9876E6}" destId="{BE8B0ECA-5617-430A-B318-4D248B3E2A1F}" srcOrd="0" destOrd="0" presId="urn:microsoft.com/office/officeart/2018/5/layout/IconCircleLabelList"/>
    <dgm:cxn modelId="{A5A90C7C-F16E-46A9-808F-CDC0B2AEB203}" type="presOf" srcId="{5FD2C19B-9F49-4F29-9467-56B99FC99624}" destId="{3CC4DC8B-12B4-4216-B392-04BDAFD26E94}" srcOrd="0" destOrd="0" presId="urn:microsoft.com/office/officeart/2018/5/layout/IconCircleLabelList"/>
    <dgm:cxn modelId="{DD2BFC89-B7CE-4306-BD70-D238DA80DD56}" type="presOf" srcId="{61EE5875-C061-46B2-83EF-AC35397AA251}" destId="{F46DFA8C-D030-4D3E-ADAA-864BF8C77185}" srcOrd="0" destOrd="0" presId="urn:microsoft.com/office/officeart/2018/5/layout/IconCircleLabelList"/>
    <dgm:cxn modelId="{1AD40B92-F4BB-436F-92BF-6B06FEE1E3AB}" type="presOf" srcId="{8485F285-1F2D-4DA1-B6B3-E66DC00E6E5E}" destId="{2BB6123A-B794-4B3B-8D36-F2E49F8E053C}" srcOrd="0" destOrd="0" presId="urn:microsoft.com/office/officeart/2018/5/layout/IconCircleLabelList"/>
    <dgm:cxn modelId="{0591E9E4-A52C-4DEC-B4DB-75DD8F032966}" srcId="{EF2DDF49-094F-4A6F-9C25-89EB3E9876E6}" destId="{61EE5875-C061-46B2-83EF-AC35397AA251}" srcOrd="0" destOrd="0" parTransId="{03FDCFEA-5FB1-47D4-B7C4-EA0F3B86FC7B}" sibTransId="{6F096775-BC22-4840-854C-567B73DABFA2}"/>
    <dgm:cxn modelId="{A10E56B1-A98E-4B44-B8FB-C95A62C88556}" type="presParOf" srcId="{BE8B0ECA-5617-430A-B318-4D248B3E2A1F}" destId="{26D68715-C7DC-4C2A-B482-7C9E5148B81A}" srcOrd="0" destOrd="0" presId="urn:microsoft.com/office/officeart/2018/5/layout/IconCircleLabelList"/>
    <dgm:cxn modelId="{1ED1FC34-07A1-4E04-85E4-648C0A817A93}" type="presParOf" srcId="{26D68715-C7DC-4C2A-B482-7C9E5148B81A}" destId="{3807AFD6-D11B-4B9C-9432-D6FFB1875649}" srcOrd="0" destOrd="0" presId="urn:microsoft.com/office/officeart/2018/5/layout/IconCircleLabelList"/>
    <dgm:cxn modelId="{DCC7DEC9-FD2C-4BB1-B1AC-20CE0857CD7A}" type="presParOf" srcId="{26D68715-C7DC-4C2A-B482-7C9E5148B81A}" destId="{F469E62B-1C21-4C10-9B98-718FC6D54487}" srcOrd="1" destOrd="0" presId="urn:microsoft.com/office/officeart/2018/5/layout/IconCircleLabelList"/>
    <dgm:cxn modelId="{B5253777-5DD6-4D70-BF1B-0BE120E6DEC0}" type="presParOf" srcId="{26D68715-C7DC-4C2A-B482-7C9E5148B81A}" destId="{ACF71123-605E-49FA-BCB1-947BF5FAC940}" srcOrd="2" destOrd="0" presId="urn:microsoft.com/office/officeart/2018/5/layout/IconCircleLabelList"/>
    <dgm:cxn modelId="{C559A203-A948-44BF-A3D4-21E64FDEAB62}" type="presParOf" srcId="{26D68715-C7DC-4C2A-B482-7C9E5148B81A}" destId="{F46DFA8C-D030-4D3E-ADAA-864BF8C77185}" srcOrd="3" destOrd="0" presId="urn:microsoft.com/office/officeart/2018/5/layout/IconCircleLabelList"/>
    <dgm:cxn modelId="{78185E11-771F-49E4-9FE0-2090659D0E51}" type="presParOf" srcId="{BE8B0ECA-5617-430A-B318-4D248B3E2A1F}" destId="{16C70B01-8AC1-439A-BF59-AB2EDA8BAB5D}" srcOrd="1" destOrd="0" presId="urn:microsoft.com/office/officeart/2018/5/layout/IconCircleLabelList"/>
    <dgm:cxn modelId="{895C6749-B318-4E3B-8A9F-EB8E03BBF613}" type="presParOf" srcId="{BE8B0ECA-5617-430A-B318-4D248B3E2A1F}" destId="{0C136D62-9DAD-489D-B988-E078F0CD7619}" srcOrd="2" destOrd="0" presId="urn:microsoft.com/office/officeart/2018/5/layout/IconCircleLabelList"/>
    <dgm:cxn modelId="{8ACDFAF1-D760-4B34-A0AF-823E0493D3FA}" type="presParOf" srcId="{0C136D62-9DAD-489D-B988-E078F0CD7619}" destId="{85455728-371D-4627-9BF0-4BC86CB6E94F}" srcOrd="0" destOrd="0" presId="urn:microsoft.com/office/officeart/2018/5/layout/IconCircleLabelList"/>
    <dgm:cxn modelId="{B828E14C-7DBC-43D4-A09B-A27DF94196EE}" type="presParOf" srcId="{0C136D62-9DAD-489D-B988-E078F0CD7619}" destId="{EA5C4C3E-44C1-46EA-89C1-ACFEB9FEEA8A}" srcOrd="1" destOrd="0" presId="urn:microsoft.com/office/officeart/2018/5/layout/IconCircleLabelList"/>
    <dgm:cxn modelId="{D10630AB-3515-4AB7-AD25-5F07E0E8E1F3}" type="presParOf" srcId="{0C136D62-9DAD-489D-B988-E078F0CD7619}" destId="{0EDADAB5-ACD2-40D5-B027-B2337D8F72C5}" srcOrd="2" destOrd="0" presId="urn:microsoft.com/office/officeart/2018/5/layout/IconCircleLabelList"/>
    <dgm:cxn modelId="{CD535CB0-F1B6-4915-BD78-27E3AE0B413C}" type="presParOf" srcId="{0C136D62-9DAD-489D-B988-E078F0CD7619}" destId="{3CC4DC8B-12B4-4216-B392-04BDAFD26E94}" srcOrd="3" destOrd="0" presId="urn:microsoft.com/office/officeart/2018/5/layout/IconCircleLabelList"/>
    <dgm:cxn modelId="{309B640B-6B2E-48E6-96CA-AC1DB62F489B}" type="presParOf" srcId="{BE8B0ECA-5617-430A-B318-4D248B3E2A1F}" destId="{9B39D0E7-6060-4248-9B67-B279430EEE23}" srcOrd="3" destOrd="0" presId="urn:microsoft.com/office/officeart/2018/5/layout/IconCircleLabelList"/>
    <dgm:cxn modelId="{E476F1CD-52C7-4ED7-B825-016BA584D577}" type="presParOf" srcId="{BE8B0ECA-5617-430A-B318-4D248B3E2A1F}" destId="{9994E16F-272D-4CB2-88AA-B071B44EA0EB}" srcOrd="4" destOrd="0" presId="urn:microsoft.com/office/officeart/2018/5/layout/IconCircleLabelList"/>
    <dgm:cxn modelId="{9BFE2CB2-C70E-4132-8D93-23735CFF7057}" type="presParOf" srcId="{9994E16F-272D-4CB2-88AA-B071B44EA0EB}" destId="{656E5A2B-BAA1-4C6B-A63A-BAC6222199EE}" srcOrd="0" destOrd="0" presId="urn:microsoft.com/office/officeart/2018/5/layout/IconCircleLabelList"/>
    <dgm:cxn modelId="{31868A94-2090-4F3C-BD8F-1BE0555AC97C}" type="presParOf" srcId="{9994E16F-272D-4CB2-88AA-B071B44EA0EB}" destId="{55806DE8-A00D-4825-8CF2-0517CF798082}" srcOrd="1" destOrd="0" presId="urn:microsoft.com/office/officeart/2018/5/layout/IconCircleLabelList"/>
    <dgm:cxn modelId="{37E27C6D-3928-48ED-837F-76D19E7826C9}" type="presParOf" srcId="{9994E16F-272D-4CB2-88AA-B071B44EA0EB}" destId="{20628CC8-C596-4C85-A3DB-50350456055E}" srcOrd="2" destOrd="0" presId="urn:microsoft.com/office/officeart/2018/5/layout/IconCircleLabelList"/>
    <dgm:cxn modelId="{74CF5CE6-8345-4001-B514-5CE48F28636C}" type="presParOf" srcId="{9994E16F-272D-4CB2-88AA-B071B44EA0EB}" destId="{2BB6123A-B794-4B3B-8D36-F2E49F8E053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498CB8-6507-4C6E-A236-266447EE7A8E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9F7554-DEE8-4FE1-B632-7D4FC15104EB}">
      <dgm:prSet/>
      <dgm:spPr/>
      <dgm:t>
        <a:bodyPr/>
        <a:lstStyle/>
        <a:p>
          <a:r>
            <a:rPr lang="en-US" b="1" i="0"/>
            <a:t>Technical Skills:</a:t>
          </a:r>
          <a:r>
            <a:rPr lang="en-US" b="0" i="0"/>
            <a:t> - Flutter framework &amp; widgets - Async programming in Dart - REST API integration - Cloud database operations - Unit testing practices</a:t>
          </a:r>
          <a:endParaRPr lang="en-US"/>
        </a:p>
      </dgm:t>
    </dgm:pt>
    <dgm:pt modelId="{22A56079-3781-4C3B-BF06-7CEF10310C92}" type="parTrans" cxnId="{9325B238-4B2F-48B9-8933-D98FC473CD10}">
      <dgm:prSet/>
      <dgm:spPr/>
      <dgm:t>
        <a:bodyPr/>
        <a:lstStyle/>
        <a:p>
          <a:endParaRPr lang="en-US"/>
        </a:p>
      </dgm:t>
    </dgm:pt>
    <dgm:pt modelId="{62EFF9CE-A8A2-4558-8AAF-CC1D6031636E}" type="sibTrans" cxnId="{9325B238-4B2F-48B9-8933-D98FC473CD10}">
      <dgm:prSet/>
      <dgm:spPr/>
      <dgm:t>
        <a:bodyPr/>
        <a:lstStyle/>
        <a:p>
          <a:endParaRPr lang="en-US"/>
        </a:p>
      </dgm:t>
    </dgm:pt>
    <dgm:pt modelId="{D714EAB7-44E6-48E2-A150-B3E61FB32C7D}">
      <dgm:prSet/>
      <dgm:spPr/>
      <dgm:t>
        <a:bodyPr/>
        <a:lstStyle/>
        <a:p>
          <a:r>
            <a:rPr lang="en-US" b="1" i="0"/>
            <a:t>Key Achievements:</a:t>
          </a:r>
          <a:r>
            <a:rPr lang="en-US" b="0" i="0"/>
            <a:t> - 1,500+ lines of code - 7 Dart files + 4 test files - 15+ Git commits - Production-ready app</a:t>
          </a:r>
          <a:endParaRPr lang="en-US"/>
        </a:p>
      </dgm:t>
    </dgm:pt>
    <dgm:pt modelId="{4F1AF1AF-0C7C-4363-83C2-C4989397DE39}" type="parTrans" cxnId="{8EDDE4F4-7CF3-4005-B019-77627C6BD3A5}">
      <dgm:prSet/>
      <dgm:spPr/>
      <dgm:t>
        <a:bodyPr/>
        <a:lstStyle/>
        <a:p>
          <a:endParaRPr lang="en-US"/>
        </a:p>
      </dgm:t>
    </dgm:pt>
    <dgm:pt modelId="{651BC480-2280-41EB-99F7-96D584A1BDDF}" type="sibTrans" cxnId="{8EDDE4F4-7CF3-4005-B019-77627C6BD3A5}">
      <dgm:prSet/>
      <dgm:spPr/>
      <dgm:t>
        <a:bodyPr/>
        <a:lstStyle/>
        <a:p>
          <a:endParaRPr lang="en-US"/>
        </a:p>
      </dgm:t>
    </dgm:pt>
    <dgm:pt modelId="{B47DEE15-07F0-44C3-AEAA-1A86118180DB}">
      <dgm:prSet/>
      <dgm:spPr/>
      <dgm:t>
        <a:bodyPr/>
        <a:lstStyle/>
        <a:p>
          <a:r>
            <a:rPr lang="en-US" b="1" i="0"/>
            <a:t>Challenges Overcome:</a:t>
          </a:r>
          <a:r>
            <a:rPr lang="en-US" b="0" i="0"/>
            <a:t> - Parse SDK integration - State management - User data security - Cross-platform compatibility</a:t>
          </a:r>
          <a:endParaRPr lang="en-US"/>
        </a:p>
      </dgm:t>
    </dgm:pt>
    <dgm:pt modelId="{74B7112C-5B2B-4F38-9650-B4377A425E8D}" type="parTrans" cxnId="{D87E8664-3009-49C1-88F6-845F9FA65A03}">
      <dgm:prSet/>
      <dgm:spPr/>
      <dgm:t>
        <a:bodyPr/>
        <a:lstStyle/>
        <a:p>
          <a:endParaRPr lang="en-US"/>
        </a:p>
      </dgm:t>
    </dgm:pt>
    <dgm:pt modelId="{EE5E2681-CC19-4243-9389-B8D0854E7A62}" type="sibTrans" cxnId="{D87E8664-3009-49C1-88F6-845F9FA65A03}">
      <dgm:prSet/>
      <dgm:spPr/>
      <dgm:t>
        <a:bodyPr/>
        <a:lstStyle/>
        <a:p>
          <a:endParaRPr lang="en-US"/>
        </a:p>
      </dgm:t>
    </dgm:pt>
    <dgm:pt modelId="{DAC7FDC6-6483-F84C-A7AE-26B3DB776025}" type="pres">
      <dgm:prSet presAssocID="{79498CB8-6507-4C6E-A236-266447EE7A8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E84CEF-68DC-CD45-B1D8-87044A41E5F5}" type="pres">
      <dgm:prSet presAssocID="{CC9F7554-DEE8-4FE1-B632-7D4FC15104EB}" presName="hierRoot1" presStyleCnt="0"/>
      <dgm:spPr/>
    </dgm:pt>
    <dgm:pt modelId="{A1E090C3-ABFF-6146-82CB-B1109754CF78}" type="pres">
      <dgm:prSet presAssocID="{CC9F7554-DEE8-4FE1-B632-7D4FC15104EB}" presName="composite" presStyleCnt="0"/>
      <dgm:spPr/>
    </dgm:pt>
    <dgm:pt modelId="{B41E7CC4-1428-4544-9222-2AB70B11259D}" type="pres">
      <dgm:prSet presAssocID="{CC9F7554-DEE8-4FE1-B632-7D4FC15104EB}" presName="background" presStyleLbl="node0" presStyleIdx="0" presStyleCnt="3"/>
      <dgm:spPr/>
    </dgm:pt>
    <dgm:pt modelId="{59243107-64F2-BF4F-A120-5B846900BC75}" type="pres">
      <dgm:prSet presAssocID="{CC9F7554-DEE8-4FE1-B632-7D4FC15104EB}" presName="text" presStyleLbl="fgAcc0" presStyleIdx="0" presStyleCnt="3">
        <dgm:presLayoutVars>
          <dgm:chPref val="3"/>
        </dgm:presLayoutVars>
      </dgm:prSet>
      <dgm:spPr/>
    </dgm:pt>
    <dgm:pt modelId="{8BF28E09-9458-EB44-9438-D21425B62FE2}" type="pres">
      <dgm:prSet presAssocID="{CC9F7554-DEE8-4FE1-B632-7D4FC15104EB}" presName="hierChild2" presStyleCnt="0"/>
      <dgm:spPr/>
    </dgm:pt>
    <dgm:pt modelId="{BF4116EB-3909-084F-B1B3-BAFF045112EE}" type="pres">
      <dgm:prSet presAssocID="{D714EAB7-44E6-48E2-A150-B3E61FB32C7D}" presName="hierRoot1" presStyleCnt="0"/>
      <dgm:spPr/>
    </dgm:pt>
    <dgm:pt modelId="{A2C550EB-95D6-394C-AC63-8A669F6EA33B}" type="pres">
      <dgm:prSet presAssocID="{D714EAB7-44E6-48E2-A150-B3E61FB32C7D}" presName="composite" presStyleCnt="0"/>
      <dgm:spPr/>
    </dgm:pt>
    <dgm:pt modelId="{CF84758D-FF30-294C-B7CE-182A89F69771}" type="pres">
      <dgm:prSet presAssocID="{D714EAB7-44E6-48E2-A150-B3E61FB32C7D}" presName="background" presStyleLbl="node0" presStyleIdx="1" presStyleCnt="3"/>
      <dgm:spPr/>
    </dgm:pt>
    <dgm:pt modelId="{491328AC-6FB3-BD4A-B3B3-B42CC34DAAFF}" type="pres">
      <dgm:prSet presAssocID="{D714EAB7-44E6-48E2-A150-B3E61FB32C7D}" presName="text" presStyleLbl="fgAcc0" presStyleIdx="1" presStyleCnt="3">
        <dgm:presLayoutVars>
          <dgm:chPref val="3"/>
        </dgm:presLayoutVars>
      </dgm:prSet>
      <dgm:spPr/>
    </dgm:pt>
    <dgm:pt modelId="{EF1FF583-C5FC-A24E-926C-961A392C1A04}" type="pres">
      <dgm:prSet presAssocID="{D714EAB7-44E6-48E2-A150-B3E61FB32C7D}" presName="hierChild2" presStyleCnt="0"/>
      <dgm:spPr/>
    </dgm:pt>
    <dgm:pt modelId="{59850C68-358A-144F-88A0-2C4F0F441843}" type="pres">
      <dgm:prSet presAssocID="{B47DEE15-07F0-44C3-AEAA-1A86118180DB}" presName="hierRoot1" presStyleCnt="0"/>
      <dgm:spPr/>
    </dgm:pt>
    <dgm:pt modelId="{80C61152-3704-D04C-ADBC-5DF984618C27}" type="pres">
      <dgm:prSet presAssocID="{B47DEE15-07F0-44C3-AEAA-1A86118180DB}" presName="composite" presStyleCnt="0"/>
      <dgm:spPr/>
    </dgm:pt>
    <dgm:pt modelId="{5DBBB30F-7D6A-6E40-A596-7DDAF0A70A48}" type="pres">
      <dgm:prSet presAssocID="{B47DEE15-07F0-44C3-AEAA-1A86118180DB}" presName="background" presStyleLbl="node0" presStyleIdx="2" presStyleCnt="3"/>
      <dgm:spPr/>
    </dgm:pt>
    <dgm:pt modelId="{6997F931-D413-DC4A-8165-DD9EAFC3BE50}" type="pres">
      <dgm:prSet presAssocID="{B47DEE15-07F0-44C3-AEAA-1A86118180DB}" presName="text" presStyleLbl="fgAcc0" presStyleIdx="2" presStyleCnt="3">
        <dgm:presLayoutVars>
          <dgm:chPref val="3"/>
        </dgm:presLayoutVars>
      </dgm:prSet>
      <dgm:spPr/>
    </dgm:pt>
    <dgm:pt modelId="{8AA8A651-4C36-354C-988E-ABAA63F1C39F}" type="pres">
      <dgm:prSet presAssocID="{B47DEE15-07F0-44C3-AEAA-1A86118180DB}" presName="hierChild2" presStyleCnt="0"/>
      <dgm:spPr/>
    </dgm:pt>
  </dgm:ptLst>
  <dgm:cxnLst>
    <dgm:cxn modelId="{98B65427-CDB9-1A45-8B31-20E3BBD51BFC}" type="presOf" srcId="{CC9F7554-DEE8-4FE1-B632-7D4FC15104EB}" destId="{59243107-64F2-BF4F-A120-5B846900BC75}" srcOrd="0" destOrd="0" presId="urn:microsoft.com/office/officeart/2005/8/layout/hierarchy1"/>
    <dgm:cxn modelId="{9325B238-4B2F-48B9-8933-D98FC473CD10}" srcId="{79498CB8-6507-4C6E-A236-266447EE7A8E}" destId="{CC9F7554-DEE8-4FE1-B632-7D4FC15104EB}" srcOrd="0" destOrd="0" parTransId="{22A56079-3781-4C3B-BF06-7CEF10310C92}" sibTransId="{62EFF9CE-A8A2-4558-8AAF-CC1D6031636E}"/>
    <dgm:cxn modelId="{D87E8664-3009-49C1-88F6-845F9FA65A03}" srcId="{79498CB8-6507-4C6E-A236-266447EE7A8E}" destId="{B47DEE15-07F0-44C3-AEAA-1A86118180DB}" srcOrd="2" destOrd="0" parTransId="{74B7112C-5B2B-4F38-9650-B4377A425E8D}" sibTransId="{EE5E2681-CC19-4243-9389-B8D0854E7A62}"/>
    <dgm:cxn modelId="{55D612B3-FEBA-EE4C-8D42-1A5FE819B916}" type="presOf" srcId="{D714EAB7-44E6-48E2-A150-B3E61FB32C7D}" destId="{491328AC-6FB3-BD4A-B3B3-B42CC34DAAFF}" srcOrd="0" destOrd="0" presId="urn:microsoft.com/office/officeart/2005/8/layout/hierarchy1"/>
    <dgm:cxn modelId="{B11B65B7-43C2-934E-ACB4-3C6C573977B8}" type="presOf" srcId="{B47DEE15-07F0-44C3-AEAA-1A86118180DB}" destId="{6997F931-D413-DC4A-8165-DD9EAFC3BE50}" srcOrd="0" destOrd="0" presId="urn:microsoft.com/office/officeart/2005/8/layout/hierarchy1"/>
    <dgm:cxn modelId="{3AD020EE-213B-E447-B9CA-73C9B79F3F39}" type="presOf" srcId="{79498CB8-6507-4C6E-A236-266447EE7A8E}" destId="{DAC7FDC6-6483-F84C-A7AE-26B3DB776025}" srcOrd="0" destOrd="0" presId="urn:microsoft.com/office/officeart/2005/8/layout/hierarchy1"/>
    <dgm:cxn modelId="{8EDDE4F4-7CF3-4005-B019-77627C6BD3A5}" srcId="{79498CB8-6507-4C6E-A236-266447EE7A8E}" destId="{D714EAB7-44E6-48E2-A150-B3E61FB32C7D}" srcOrd="1" destOrd="0" parTransId="{4F1AF1AF-0C7C-4363-83C2-C4989397DE39}" sibTransId="{651BC480-2280-41EB-99F7-96D584A1BDDF}"/>
    <dgm:cxn modelId="{674E4BA5-7F38-B84D-819A-DB1EC9B0399B}" type="presParOf" srcId="{DAC7FDC6-6483-F84C-A7AE-26B3DB776025}" destId="{A8E84CEF-68DC-CD45-B1D8-87044A41E5F5}" srcOrd="0" destOrd="0" presId="urn:microsoft.com/office/officeart/2005/8/layout/hierarchy1"/>
    <dgm:cxn modelId="{5F826D27-3AB0-614C-896D-AF88C8E0C4DD}" type="presParOf" srcId="{A8E84CEF-68DC-CD45-B1D8-87044A41E5F5}" destId="{A1E090C3-ABFF-6146-82CB-B1109754CF78}" srcOrd="0" destOrd="0" presId="urn:microsoft.com/office/officeart/2005/8/layout/hierarchy1"/>
    <dgm:cxn modelId="{A7BC9CA8-8D06-9940-A9F1-F27D137772CF}" type="presParOf" srcId="{A1E090C3-ABFF-6146-82CB-B1109754CF78}" destId="{B41E7CC4-1428-4544-9222-2AB70B11259D}" srcOrd="0" destOrd="0" presId="urn:microsoft.com/office/officeart/2005/8/layout/hierarchy1"/>
    <dgm:cxn modelId="{DE5FBF94-D408-6843-AEE8-E0A33979C48E}" type="presParOf" srcId="{A1E090C3-ABFF-6146-82CB-B1109754CF78}" destId="{59243107-64F2-BF4F-A120-5B846900BC75}" srcOrd="1" destOrd="0" presId="urn:microsoft.com/office/officeart/2005/8/layout/hierarchy1"/>
    <dgm:cxn modelId="{F82F3810-3AB3-F046-B4DA-E5EA5347F63E}" type="presParOf" srcId="{A8E84CEF-68DC-CD45-B1D8-87044A41E5F5}" destId="{8BF28E09-9458-EB44-9438-D21425B62FE2}" srcOrd="1" destOrd="0" presId="urn:microsoft.com/office/officeart/2005/8/layout/hierarchy1"/>
    <dgm:cxn modelId="{E3B97B64-7310-7248-B2F4-11B2F9E13790}" type="presParOf" srcId="{DAC7FDC6-6483-F84C-A7AE-26B3DB776025}" destId="{BF4116EB-3909-084F-B1B3-BAFF045112EE}" srcOrd="1" destOrd="0" presId="urn:microsoft.com/office/officeart/2005/8/layout/hierarchy1"/>
    <dgm:cxn modelId="{C2EAE901-270D-984A-91A1-C4074E34FA15}" type="presParOf" srcId="{BF4116EB-3909-084F-B1B3-BAFF045112EE}" destId="{A2C550EB-95D6-394C-AC63-8A669F6EA33B}" srcOrd="0" destOrd="0" presId="urn:microsoft.com/office/officeart/2005/8/layout/hierarchy1"/>
    <dgm:cxn modelId="{2413E56E-A892-A14B-8089-5516F51E3003}" type="presParOf" srcId="{A2C550EB-95D6-394C-AC63-8A669F6EA33B}" destId="{CF84758D-FF30-294C-B7CE-182A89F69771}" srcOrd="0" destOrd="0" presId="urn:microsoft.com/office/officeart/2005/8/layout/hierarchy1"/>
    <dgm:cxn modelId="{665B77BA-75C9-3A46-A9E6-0C113DD01D3E}" type="presParOf" srcId="{A2C550EB-95D6-394C-AC63-8A669F6EA33B}" destId="{491328AC-6FB3-BD4A-B3B3-B42CC34DAAFF}" srcOrd="1" destOrd="0" presId="urn:microsoft.com/office/officeart/2005/8/layout/hierarchy1"/>
    <dgm:cxn modelId="{99DC75C4-F402-6048-922D-5B431D209B8B}" type="presParOf" srcId="{BF4116EB-3909-084F-B1B3-BAFF045112EE}" destId="{EF1FF583-C5FC-A24E-926C-961A392C1A04}" srcOrd="1" destOrd="0" presId="urn:microsoft.com/office/officeart/2005/8/layout/hierarchy1"/>
    <dgm:cxn modelId="{98AD542B-F9A7-0747-9222-4B1C231B701C}" type="presParOf" srcId="{DAC7FDC6-6483-F84C-A7AE-26B3DB776025}" destId="{59850C68-358A-144F-88A0-2C4F0F441843}" srcOrd="2" destOrd="0" presId="urn:microsoft.com/office/officeart/2005/8/layout/hierarchy1"/>
    <dgm:cxn modelId="{F9C68F68-FD4F-5743-9DE9-34CDEC14B860}" type="presParOf" srcId="{59850C68-358A-144F-88A0-2C4F0F441843}" destId="{80C61152-3704-D04C-ADBC-5DF984618C27}" srcOrd="0" destOrd="0" presId="urn:microsoft.com/office/officeart/2005/8/layout/hierarchy1"/>
    <dgm:cxn modelId="{93A0B4AF-AFAB-074E-8D92-CDCB95CAB823}" type="presParOf" srcId="{80C61152-3704-D04C-ADBC-5DF984618C27}" destId="{5DBBB30F-7D6A-6E40-A596-7DDAF0A70A48}" srcOrd="0" destOrd="0" presId="urn:microsoft.com/office/officeart/2005/8/layout/hierarchy1"/>
    <dgm:cxn modelId="{825FDC24-20F3-734D-B330-06B5202F7741}" type="presParOf" srcId="{80C61152-3704-D04C-ADBC-5DF984618C27}" destId="{6997F931-D413-DC4A-8165-DD9EAFC3BE50}" srcOrd="1" destOrd="0" presId="urn:microsoft.com/office/officeart/2005/8/layout/hierarchy1"/>
    <dgm:cxn modelId="{2171C3FC-E335-FB4D-8B89-6AFEE475879C}" type="presParOf" srcId="{59850C68-358A-144F-88A0-2C4F0F441843}" destId="{8AA8A651-4C36-354C-988E-ABAA63F1C3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B8892-E622-4A2E-A570-1EF2072436DE}">
      <dsp:nvSpPr>
        <dsp:cNvPr id="0" name=""/>
        <dsp:cNvSpPr/>
      </dsp:nvSpPr>
      <dsp:spPr>
        <a:xfrm>
          <a:off x="0" y="198480"/>
          <a:ext cx="4793456" cy="14024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7D809-7E45-473D-B94C-F8963CB89712}">
      <dsp:nvSpPr>
        <dsp:cNvPr id="0" name=""/>
        <dsp:cNvSpPr/>
      </dsp:nvSpPr>
      <dsp:spPr>
        <a:xfrm>
          <a:off x="424247" y="514036"/>
          <a:ext cx="771359" cy="771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0B520-F56F-4C0C-B03A-4F381CAED090}">
      <dsp:nvSpPr>
        <dsp:cNvPr id="0" name=""/>
        <dsp:cNvSpPr/>
      </dsp:nvSpPr>
      <dsp:spPr>
        <a:xfrm>
          <a:off x="1619855" y="198480"/>
          <a:ext cx="3052203" cy="162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620" tIns="171620" rIns="171620" bIns="17162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Key Features:</a:t>
          </a:r>
          <a:r>
            <a:rPr lang="en-US" sz="1400" b="0" i="0" kern="1200"/>
            <a:t> - 🔐 Secure Login &amp; Registration - 📝 Create, Edit, Delete Notes - ☁️ Cloud Sync with Back4App - 🎨 Beautiful UI with Custom Logo - 🔒 User-Specific Data Security</a:t>
          </a:r>
          <a:endParaRPr lang="en-US" sz="1400" kern="1200"/>
        </a:p>
      </dsp:txBody>
      <dsp:txXfrm>
        <a:off x="1619855" y="198480"/>
        <a:ext cx="3052203" cy="1621608"/>
      </dsp:txXfrm>
    </dsp:sp>
    <dsp:sp modelId="{1C292D40-78C8-4B0A-AC62-094D73C6D9F9}">
      <dsp:nvSpPr>
        <dsp:cNvPr id="0" name=""/>
        <dsp:cNvSpPr/>
      </dsp:nvSpPr>
      <dsp:spPr>
        <a:xfrm>
          <a:off x="0" y="2114926"/>
          <a:ext cx="4793456" cy="14024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812D7-C20B-4D89-A2FB-13DBB93A3013}">
      <dsp:nvSpPr>
        <dsp:cNvPr id="0" name=""/>
        <dsp:cNvSpPr/>
      </dsp:nvSpPr>
      <dsp:spPr>
        <a:xfrm>
          <a:off x="424247" y="2430482"/>
          <a:ext cx="771359" cy="771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353EF-F235-45F0-B5DC-68CFC2ABFD8D}">
      <dsp:nvSpPr>
        <dsp:cNvPr id="0" name=""/>
        <dsp:cNvSpPr/>
      </dsp:nvSpPr>
      <dsp:spPr>
        <a:xfrm>
          <a:off x="1619855" y="2114926"/>
          <a:ext cx="3052203" cy="162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620" tIns="171620" rIns="171620" bIns="17162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/>
            <a:t>Built With:</a:t>
          </a:r>
          <a:r>
            <a:rPr lang="en-US" sz="1400" b="0" i="0" kern="1200"/>
            <a:t> Flutter + Dart + Back4App</a:t>
          </a:r>
          <a:endParaRPr lang="en-US" sz="1400" kern="1200"/>
        </a:p>
      </dsp:txBody>
      <dsp:txXfrm>
        <a:off x="1619855" y="2114926"/>
        <a:ext cx="3052203" cy="16216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9933E-9E62-254E-92E4-1B6B33D8468D}">
      <dsp:nvSpPr>
        <dsp:cNvPr id="0" name=""/>
        <dsp:cNvSpPr/>
      </dsp:nvSpPr>
      <dsp:spPr>
        <a:xfrm>
          <a:off x="0" y="2231061"/>
          <a:ext cx="4587596" cy="146381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/>
            <a:t>Key Technologies:</a:t>
          </a:r>
          <a:r>
            <a:rPr lang="en-US" sz="1300" b="0" i="0" kern="1200"/>
            <a:t> - Frontend: Flutter 3.9.2, Material Design 3 - Backend: Parse Server via Back4App - Authentication: Session-based with ACL - Database: Cloud-hosted Parse Server</a:t>
          </a:r>
          <a:endParaRPr lang="en-US" sz="1300" kern="1200"/>
        </a:p>
      </dsp:txBody>
      <dsp:txXfrm>
        <a:off x="0" y="2231061"/>
        <a:ext cx="4587596" cy="1463817"/>
      </dsp:txXfrm>
    </dsp:sp>
    <dsp:sp modelId="{AFC3C8BB-56A0-7541-8A0A-E09E0BC25380}">
      <dsp:nvSpPr>
        <dsp:cNvPr id="0" name=""/>
        <dsp:cNvSpPr/>
      </dsp:nvSpPr>
      <dsp:spPr>
        <a:xfrm rot="10800000">
          <a:off x="0" y="1666"/>
          <a:ext cx="4587596" cy="2251351"/>
        </a:xfrm>
        <a:prstGeom prst="upArrowCallout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Flutter App (UI)</a:t>
          </a:r>
          <a:br>
            <a:rPr lang="en-US" sz="1300" b="0" i="0" kern="1200"/>
          </a:br>
          <a:r>
            <a:rPr lang="en-US" sz="1300" b="0" i="0" kern="1200"/>
            <a:t>      ↓</a:t>
          </a:r>
          <a:br>
            <a:rPr lang="en-US" sz="1300" b="0" i="0" kern="1200"/>
          </a:br>
          <a:r>
            <a:rPr lang="en-US" sz="1300" b="0" i="0" kern="1200"/>
            <a:t>DB Helper (Logic)</a:t>
          </a:r>
          <a:br>
            <a:rPr lang="en-US" sz="1300" b="0" i="0" kern="1200"/>
          </a:br>
          <a:r>
            <a:rPr lang="en-US" sz="1300" b="0" i="0" kern="1200"/>
            <a:t>      ↓</a:t>
          </a:r>
          <a:br>
            <a:rPr lang="en-US" sz="1300" b="0" i="0" kern="1200"/>
          </a:br>
          <a:r>
            <a:rPr lang="en-US" sz="1300" b="0" i="0" kern="1200"/>
            <a:t>Parse SDK (API)</a:t>
          </a:r>
          <a:br>
            <a:rPr lang="en-US" sz="1300" b="0" i="0" kern="1200"/>
          </a:br>
          <a:r>
            <a:rPr lang="en-US" sz="1300" b="0" i="0" kern="1200"/>
            <a:t>      ↓</a:t>
          </a:r>
          <a:br>
            <a:rPr lang="en-US" sz="1300" b="0" i="0" kern="1200"/>
          </a:br>
          <a:r>
            <a:rPr lang="en-US" sz="1300" b="0" i="0" kern="1200"/>
            <a:t>Back4App (Cloud Database)</a:t>
          </a:r>
          <a:endParaRPr lang="en-US" sz="1300" kern="1200"/>
        </a:p>
      </dsp:txBody>
      <dsp:txXfrm rot="10800000">
        <a:off x="0" y="1666"/>
        <a:ext cx="4587596" cy="14628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670CE8-E980-7B4B-A507-F0D03227EB79}">
      <dsp:nvSpPr>
        <dsp:cNvPr id="0" name=""/>
        <dsp:cNvSpPr/>
      </dsp:nvSpPr>
      <dsp:spPr>
        <a:xfrm>
          <a:off x="0" y="110267"/>
          <a:ext cx="4793456" cy="12074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Authentication:</a:t>
          </a:r>
          <a:r>
            <a:rPr lang="en-US" sz="1600" b="0" i="0" kern="1200"/>
            <a:t> - Register with username, email, password - Login with validation - Automatic session management</a:t>
          </a:r>
          <a:endParaRPr lang="en-US" sz="1600" kern="1200"/>
        </a:p>
      </dsp:txBody>
      <dsp:txXfrm>
        <a:off x="58942" y="169209"/>
        <a:ext cx="4675572" cy="1089555"/>
      </dsp:txXfrm>
    </dsp:sp>
    <dsp:sp modelId="{628EB4CF-2BA8-8644-A4A3-C380CBCA8A6E}">
      <dsp:nvSpPr>
        <dsp:cNvPr id="0" name=""/>
        <dsp:cNvSpPr/>
      </dsp:nvSpPr>
      <dsp:spPr>
        <a:xfrm>
          <a:off x="0" y="1363787"/>
          <a:ext cx="4793456" cy="1207439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Notes Management:</a:t>
          </a:r>
          <a:r>
            <a:rPr lang="en-US" sz="1600" b="0" i="0" kern="1200"/>
            <a:t> - ✏️ Create new notes (120 characters) - 👁️ View all personal notes - ✏️ Edit notes with tap - 🗑️ Delete with swipe (undo option)</a:t>
          </a:r>
          <a:endParaRPr lang="en-US" sz="1600" kern="1200"/>
        </a:p>
      </dsp:txBody>
      <dsp:txXfrm>
        <a:off x="58942" y="1422729"/>
        <a:ext cx="4675572" cy="1089555"/>
      </dsp:txXfrm>
    </dsp:sp>
    <dsp:sp modelId="{A2A70596-EF23-7240-949A-A75B921ACD65}">
      <dsp:nvSpPr>
        <dsp:cNvPr id="0" name=""/>
        <dsp:cNvSpPr/>
      </dsp:nvSpPr>
      <dsp:spPr>
        <a:xfrm>
          <a:off x="0" y="2617307"/>
          <a:ext cx="4793456" cy="1207439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UI Highlights:</a:t>
          </a:r>
          <a:r>
            <a:rPr lang="en-US" sz="1600" b="0" i="0" kern="1200"/>
            <a:t> - Custom animated logo - Vibrant peach gradient design - Smooth animations</a:t>
          </a:r>
          <a:endParaRPr lang="en-US" sz="1600" kern="1200"/>
        </a:p>
      </dsp:txBody>
      <dsp:txXfrm>
        <a:off x="58942" y="2676249"/>
        <a:ext cx="4675572" cy="10895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7AFD6-D11B-4B9C-9432-D6FFB1875649}">
      <dsp:nvSpPr>
        <dsp:cNvPr id="0" name=""/>
        <dsp:cNvSpPr/>
      </dsp:nvSpPr>
      <dsp:spPr>
        <a:xfrm>
          <a:off x="775700" y="374"/>
          <a:ext cx="1044386" cy="104438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9E62B-1C21-4C10-9B98-718FC6D54487}">
      <dsp:nvSpPr>
        <dsp:cNvPr id="0" name=""/>
        <dsp:cNvSpPr/>
      </dsp:nvSpPr>
      <dsp:spPr>
        <a:xfrm>
          <a:off x="998274" y="222948"/>
          <a:ext cx="599238" cy="5992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DFA8C-D030-4D3E-ADAA-864BF8C77185}">
      <dsp:nvSpPr>
        <dsp:cNvPr id="0" name=""/>
        <dsp:cNvSpPr/>
      </dsp:nvSpPr>
      <dsp:spPr>
        <a:xfrm>
          <a:off x="441838" y="1370061"/>
          <a:ext cx="1712109" cy="119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Test Coverage:</a:t>
          </a:r>
          <a:r>
            <a:rPr lang="en-US" sz="1100" b="0" i="0" kern="1200"/>
            <a:t> - ✅ 127 Unit Tests Written - ✅ 74% Code Coverage - ✅ All Tests Passing</a:t>
          </a:r>
          <a:endParaRPr lang="en-US" sz="1100" kern="1200"/>
        </a:p>
      </dsp:txBody>
      <dsp:txXfrm>
        <a:off x="441838" y="1370061"/>
        <a:ext cx="1712109" cy="1191788"/>
      </dsp:txXfrm>
    </dsp:sp>
    <dsp:sp modelId="{85455728-371D-4627-9BF0-4BC86CB6E94F}">
      <dsp:nvSpPr>
        <dsp:cNvPr id="0" name=""/>
        <dsp:cNvSpPr/>
      </dsp:nvSpPr>
      <dsp:spPr>
        <a:xfrm>
          <a:off x="2787428" y="374"/>
          <a:ext cx="1044386" cy="104438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5C4C3E-44C1-46EA-89C1-ACFEB9FEEA8A}">
      <dsp:nvSpPr>
        <dsp:cNvPr id="0" name=""/>
        <dsp:cNvSpPr/>
      </dsp:nvSpPr>
      <dsp:spPr>
        <a:xfrm>
          <a:off x="3010002" y="222948"/>
          <a:ext cx="599238" cy="5992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C4DC8B-12B4-4216-B392-04BDAFD26E94}">
      <dsp:nvSpPr>
        <dsp:cNvPr id="0" name=""/>
        <dsp:cNvSpPr/>
      </dsp:nvSpPr>
      <dsp:spPr>
        <a:xfrm>
          <a:off x="2453567" y="1370061"/>
          <a:ext cx="1712109" cy="119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Security Features:</a:t>
          </a:r>
          <a:r>
            <a:rPr lang="en-US" sz="1100" b="0" i="0" kern="1200"/>
            <a:t> - 🔐 Encrypted passwords - 🔒 User data isolation (ACL) - 🔑 Environment variables for API keys - 🌐 HTTPS communication</a:t>
          </a:r>
          <a:endParaRPr lang="en-US" sz="1100" kern="1200"/>
        </a:p>
      </dsp:txBody>
      <dsp:txXfrm>
        <a:off x="2453567" y="1370061"/>
        <a:ext cx="1712109" cy="1191788"/>
      </dsp:txXfrm>
    </dsp:sp>
    <dsp:sp modelId="{656E5A2B-BAA1-4C6B-A63A-BAC6222199EE}">
      <dsp:nvSpPr>
        <dsp:cNvPr id="0" name=""/>
        <dsp:cNvSpPr/>
      </dsp:nvSpPr>
      <dsp:spPr>
        <a:xfrm>
          <a:off x="4799157" y="374"/>
          <a:ext cx="1044386" cy="104438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06DE8-A00D-4825-8CF2-0517CF798082}">
      <dsp:nvSpPr>
        <dsp:cNvPr id="0" name=""/>
        <dsp:cNvSpPr/>
      </dsp:nvSpPr>
      <dsp:spPr>
        <a:xfrm>
          <a:off x="5021731" y="222948"/>
          <a:ext cx="599238" cy="5992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6123A-B794-4B3B-8D36-F2E49F8E053C}">
      <dsp:nvSpPr>
        <dsp:cNvPr id="0" name=""/>
        <dsp:cNvSpPr/>
      </dsp:nvSpPr>
      <dsp:spPr>
        <a:xfrm>
          <a:off x="4465295" y="1370061"/>
          <a:ext cx="1712109" cy="119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Code Quality:</a:t>
          </a:r>
          <a:r>
            <a:rPr lang="en-US" sz="1100" b="0" i="0" kern="1200"/>
            <a:t> - Clean architecture - Comprehensive documentation - Git version control</a:t>
          </a:r>
          <a:endParaRPr lang="en-US" sz="1100" kern="1200"/>
        </a:p>
      </dsp:txBody>
      <dsp:txXfrm>
        <a:off x="4465295" y="1370061"/>
        <a:ext cx="1712109" cy="11917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E7CC4-1428-4544-9222-2AB70B11259D}">
      <dsp:nvSpPr>
        <dsp:cNvPr id="0" name=""/>
        <dsp:cNvSpPr/>
      </dsp:nvSpPr>
      <dsp:spPr>
        <a:xfrm>
          <a:off x="0" y="405627"/>
          <a:ext cx="2030354" cy="12892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243107-64F2-BF4F-A120-5B846900BC75}">
      <dsp:nvSpPr>
        <dsp:cNvPr id="0" name=""/>
        <dsp:cNvSpPr/>
      </dsp:nvSpPr>
      <dsp:spPr>
        <a:xfrm>
          <a:off x="225594" y="619942"/>
          <a:ext cx="2030354" cy="12892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Technical Skills:</a:t>
          </a:r>
          <a:r>
            <a:rPr lang="en-US" sz="1100" b="0" i="0" kern="1200"/>
            <a:t> - Flutter framework &amp; widgets - Async programming in Dart - REST API integration - Cloud database operations - Unit testing practices</a:t>
          </a:r>
          <a:endParaRPr lang="en-US" sz="1100" kern="1200"/>
        </a:p>
      </dsp:txBody>
      <dsp:txXfrm>
        <a:off x="263356" y="657704"/>
        <a:ext cx="1954830" cy="1213750"/>
      </dsp:txXfrm>
    </dsp:sp>
    <dsp:sp modelId="{CF84758D-FF30-294C-B7CE-182A89F69771}">
      <dsp:nvSpPr>
        <dsp:cNvPr id="0" name=""/>
        <dsp:cNvSpPr/>
      </dsp:nvSpPr>
      <dsp:spPr>
        <a:xfrm>
          <a:off x="2481543" y="405627"/>
          <a:ext cx="2030354" cy="12892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1328AC-6FB3-BD4A-B3B3-B42CC34DAAFF}">
      <dsp:nvSpPr>
        <dsp:cNvPr id="0" name=""/>
        <dsp:cNvSpPr/>
      </dsp:nvSpPr>
      <dsp:spPr>
        <a:xfrm>
          <a:off x="2707138" y="619942"/>
          <a:ext cx="2030354" cy="12892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Key Achievements:</a:t>
          </a:r>
          <a:r>
            <a:rPr lang="en-US" sz="1100" b="0" i="0" kern="1200"/>
            <a:t> - 1,500+ lines of code - 7 Dart files + 4 test files - 15+ Git commits - Production-ready app</a:t>
          </a:r>
          <a:endParaRPr lang="en-US" sz="1100" kern="1200"/>
        </a:p>
      </dsp:txBody>
      <dsp:txXfrm>
        <a:off x="2744900" y="657704"/>
        <a:ext cx="1954830" cy="1213750"/>
      </dsp:txXfrm>
    </dsp:sp>
    <dsp:sp modelId="{5DBBB30F-7D6A-6E40-A596-7DDAF0A70A48}">
      <dsp:nvSpPr>
        <dsp:cNvPr id="0" name=""/>
        <dsp:cNvSpPr/>
      </dsp:nvSpPr>
      <dsp:spPr>
        <a:xfrm>
          <a:off x="4963087" y="405627"/>
          <a:ext cx="2030354" cy="12892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97F931-D413-DC4A-8165-DD9EAFC3BE50}">
      <dsp:nvSpPr>
        <dsp:cNvPr id="0" name=""/>
        <dsp:cNvSpPr/>
      </dsp:nvSpPr>
      <dsp:spPr>
        <a:xfrm>
          <a:off x="5188682" y="619942"/>
          <a:ext cx="2030354" cy="12892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Challenges Overcome:</a:t>
          </a:r>
          <a:r>
            <a:rPr lang="en-US" sz="1100" b="0" i="0" kern="1200"/>
            <a:t> - Parse SDK integration - State management - User data security - Cross-platform compatibility</a:t>
          </a:r>
          <a:endParaRPr lang="en-US" sz="1100" kern="1200"/>
        </a:p>
      </dsp:txBody>
      <dsp:txXfrm>
        <a:off x="5226444" y="657704"/>
        <a:ext cx="1954830" cy="1213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14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9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2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7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4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4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5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16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0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69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0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57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66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5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92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13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94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4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54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2645462" y="1393414"/>
            <a:ext cx="2474555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Smiley face sticky notes">
            <a:extLst>
              <a:ext uri="{FF2B5EF4-FFF2-40B4-BE49-F238E27FC236}">
                <a16:creationId xmlns:a16="http://schemas.microsoft.com/office/drawing/2014/main" id="{A90A33BF-90EF-7FF0-BFB3-A7629FB72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58" r="35751" b="2"/>
          <a:stretch>
            <a:fillRect/>
          </a:stretch>
        </p:blipFill>
        <p:spPr>
          <a:xfrm>
            <a:off x="317502" y="301624"/>
            <a:ext cx="3699714" cy="4540253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27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190"/>
            <a:ext cx="9144000" cy="5142310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1295" y="930949"/>
            <a:ext cx="4071414" cy="23653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457200">
              <a:lnSpc>
                <a:spcPct val="90000"/>
              </a:lnSpc>
            </a:pPr>
            <a:r>
              <a:rPr lang="en-US" sz="5400"/>
              <a:t>AjB4APP - Note It Down!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2378" y="877329"/>
            <a:ext cx="6619243" cy="21526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ctr" defTabSz="457200">
              <a:lnSpc>
                <a:spcPct val="90000"/>
              </a:lnSpc>
            </a:pPr>
            <a:r>
              <a:rPr lang="en-US" sz="5000">
                <a:solidFill>
                  <a:schemeClr val="tx1"/>
                </a:solidFill>
              </a:rPr>
              <a:t>Flutter Notes App with Cloud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378" y="3220080"/>
            <a:ext cx="6619243" cy="9256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ctr" defTabSz="457200">
              <a:spcBef>
                <a:spcPts val="1000"/>
              </a:spcBef>
              <a:buNone/>
            </a:pPr>
            <a:r>
              <a:rPr lang="en-US" sz="1500" cap="all">
                <a:solidFill>
                  <a:schemeClr val="accent1">
                    <a:lumMod val="60000"/>
                    <a:lumOff val="40000"/>
                  </a:schemeClr>
                </a:solidFill>
              </a:rPr>
              <a:t>By: Ajeesh K Rajan (2024MT12104)</a:t>
            </a:r>
            <a:br>
              <a:rPr lang="en-US" sz="1500" cap="all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1500" cap="all">
                <a:solidFill>
                  <a:schemeClr val="accent1">
                    <a:lumMod val="60000"/>
                    <a:lumOff val="40000"/>
                  </a:schemeClr>
                </a:solidFill>
              </a:rPr>
              <a:t>Cross Platform Application Development</a:t>
            </a:r>
            <a:br>
              <a:rPr lang="en-US" sz="1500" cap="all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1500" cap="all">
                <a:solidFill>
                  <a:schemeClr val="accent1">
                    <a:lumMod val="60000"/>
                    <a:lumOff val="40000"/>
                  </a:schemeClr>
                </a:solidFill>
              </a:rPr>
              <a:t>Mentor: Chandan R 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8686" y="3125166"/>
            <a:ext cx="506627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915945"/>
            <a:ext cx="4090590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>
                <a:solidFill>
                  <a:schemeClr val="tx2"/>
                </a:solidFill>
              </a:rPr>
              <a:t>1. What is AjB4APP?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0"/>
            <a:ext cx="2206657" cy="36253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>
                <a:solidFill>
                  <a:srgbClr val="EBEBEB"/>
                </a:solidFill>
              </a:rPr>
              <a:t>A Modern Flutter Notes Application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29AC57-6662-49E0-4107-324B76760C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338082"/>
              </p:ext>
            </p:extLst>
          </p:nvPr>
        </p:nvGraphicFramePr>
        <p:xfrm>
          <a:off x="3895725" y="606028"/>
          <a:ext cx="4793456" cy="393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915945"/>
            <a:ext cx="4090590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>
              <a:lnSpc>
                <a:spcPct val="90000"/>
              </a:lnSpc>
            </a:pPr>
            <a:r>
              <a:rPr lang="en-US" sz="5000">
                <a:solidFill>
                  <a:schemeClr val="tx2"/>
                </a:solidFill>
              </a:rPr>
              <a:t>2. Technical Architecture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00C36E-AAFD-4188-BB55-FAE4A8272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4000" cy="51435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91000"/>
                  <a:satMod val="164000"/>
                  <a:lumMod val="74000"/>
                </a:schemeClr>
                <a:schemeClr val="dk2">
                  <a:hueMod val="124000"/>
                  <a:satMod val="140000"/>
                  <a:lumMod val="14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CB6D4A-4ADE-4BAF-BB67-7E9E8AB2C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257282" y="301623"/>
            <a:ext cx="5053994" cy="45402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65753A-F15B-43F6-B811-03D543426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96398" y="2000250"/>
            <a:ext cx="3143250" cy="314325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219AED55-7F29-4A42-9B4E-43EA0551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4766417" y="1369559"/>
            <a:ext cx="2474555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3394EDF3-F539-40F8-9354-FE0288582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384051" y="2101291"/>
            <a:ext cx="4540253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5236E71-242B-4CE7-96BC-B66F91F9D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364136" y="2171700"/>
            <a:ext cx="1771650" cy="177165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83A5930-ABB0-4C7A-8E96-AB945DFB0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0" y="1190"/>
            <a:ext cx="9144000" cy="5142310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3429" y="730250"/>
            <a:ext cx="2206657" cy="36253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>
                <a:solidFill>
                  <a:srgbClr val="EBEBEB"/>
                </a:solidFill>
              </a:rPr>
              <a:t>Simple &amp; Effective Design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E51D9F-DA72-49DE-9183-76B062B38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C3DAEE-6B4B-4BAB-A456-C89CB860C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604891"/>
              </p:ext>
            </p:extLst>
          </p:nvPr>
        </p:nvGraphicFramePr>
        <p:xfrm>
          <a:off x="723680" y="730250"/>
          <a:ext cx="4587596" cy="3696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915945"/>
            <a:ext cx="4090590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>
                <a:solidFill>
                  <a:schemeClr val="tx2"/>
                </a:solidFill>
              </a:rPr>
              <a:t>3. Main Features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0"/>
            <a:ext cx="2206657" cy="36253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>
                <a:solidFill>
                  <a:srgbClr val="EBEBEB"/>
                </a:solidFill>
              </a:rPr>
              <a:t>What Users Can Do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915A61E8-A2EE-7AE8-1EA2-11E3B3126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613034"/>
              </p:ext>
            </p:extLst>
          </p:nvPr>
        </p:nvGraphicFramePr>
        <p:xfrm>
          <a:off x="3895725" y="606028"/>
          <a:ext cx="4793456" cy="393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915945"/>
            <a:ext cx="4090590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>
                <a:solidFill>
                  <a:schemeClr val="tx2"/>
                </a:solidFill>
              </a:rPr>
              <a:t>4. Testing &amp; Quality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Professional Development Standards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14B576-D513-1C1D-7A1E-C6C2D9C368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66216" y="1952625"/>
          <a:ext cx="6619244" cy="2562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915945"/>
            <a:ext cx="4090590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>
                <a:solidFill>
                  <a:schemeClr val="tx2"/>
                </a:solidFill>
              </a:rPr>
              <a:t>5. Project Learnings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730251"/>
            <a:ext cx="6571060" cy="53022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>
                <a:solidFill>
                  <a:srgbClr val="EBEBEB"/>
                </a:solidFill>
              </a:rPr>
              <a:t>Skills Developed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ED7F3A-B5F2-8EFF-79FB-AC1D148BC1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689190"/>
              </p:ext>
            </p:extLst>
          </p:nvPr>
        </p:nvGraphicFramePr>
        <p:xfrm>
          <a:off x="965200" y="2193924"/>
          <a:ext cx="7219037" cy="2314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69000"/>
                <a:hueMod val="91000"/>
                <a:satMod val="164000"/>
                <a:lumMod val="74000"/>
              </a:schemeClr>
              <a:schemeClr val="bg1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350547"/>
            <a:ext cx="521872" cy="44393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 useBgFill="1">
          <p:nvSpPr>
            <p:cNvPr id="1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915945"/>
            <a:ext cx="5161005" cy="3311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457200"/>
            <a:r>
              <a:rPr lang="en-US" sz="5400" dirty="0">
                <a:solidFill>
                  <a:schemeClr val="tx2"/>
                </a:solidFill>
              </a:rPr>
              <a:t>6.Conclusion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448239"/>
            <a:ext cx="0" cy="24003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878973" y="-105650"/>
            <a:ext cx="4540253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190"/>
            <a:ext cx="9144000" cy="5142310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2206657" cy="76517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>
                <a:solidFill>
                  <a:srgbClr val="EBEBEB"/>
                </a:solidFill>
              </a:rPr>
              <a:t>Summary</a:t>
            </a:r>
          </a:p>
        </p:txBody>
      </p:sp>
      <p:pic>
        <p:nvPicPr>
          <p:cNvPr id="27" name="Graphic 26" descr="Syncing Cloud">
            <a:extLst>
              <a:ext uri="{FF2B5EF4-FFF2-40B4-BE49-F238E27FC236}">
                <a16:creationId xmlns:a16="http://schemas.microsoft.com/office/drawing/2014/main" id="{CBA07E21-8BAC-CDF4-532B-3200ACC25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3843" y="602813"/>
            <a:ext cx="3937873" cy="393787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00250"/>
            <a:ext cx="3143250" cy="314325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71700"/>
            <a:ext cx="1771650" cy="177165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590675"/>
            <a:ext cx="2350294" cy="292417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1200">
                <a:solidFill>
                  <a:srgbClr val="FFFFFF"/>
                </a:solidFill>
              </a:rPr>
              <a:t>✅ Fully functional cross-platform app</a:t>
            </a:r>
            <a:br>
              <a:rPr lang="en-IN" sz="1200">
                <a:solidFill>
                  <a:srgbClr val="FFFFFF"/>
                </a:solidFill>
              </a:rPr>
            </a:br>
            <a:r>
              <a:rPr lang="en-IN" sz="1200">
                <a:solidFill>
                  <a:srgbClr val="FFFFFF"/>
                </a:solidFill>
              </a:rPr>
              <a:t>✅ Secure cloud integration</a:t>
            </a:r>
            <a:br>
              <a:rPr lang="en-IN" sz="1200">
                <a:solidFill>
                  <a:srgbClr val="FFFFFF"/>
                </a:solidFill>
              </a:rPr>
            </a:br>
            <a:r>
              <a:rPr lang="en-IN" sz="1200">
                <a:solidFill>
                  <a:srgbClr val="FFFFFF"/>
                </a:solidFill>
              </a:rPr>
              <a:t>✅ Professional UI/UX design</a:t>
            </a:r>
            <a:br>
              <a:rPr lang="en-IN" sz="1200">
                <a:solidFill>
                  <a:srgbClr val="FFFFFF"/>
                </a:solidFill>
              </a:rPr>
            </a:br>
            <a:r>
              <a:rPr lang="en-IN" sz="1200">
                <a:solidFill>
                  <a:srgbClr val="FFFFFF"/>
                </a:solidFill>
              </a:rPr>
              <a:t>✅ Comprehensive testing</a:t>
            </a:r>
            <a:br>
              <a:rPr lang="en-IN" sz="1200">
                <a:solidFill>
                  <a:srgbClr val="FFFFFF"/>
                </a:solidFill>
              </a:rPr>
            </a:br>
            <a:r>
              <a:rPr lang="en-IN" sz="1200">
                <a:solidFill>
                  <a:srgbClr val="FFFFFF"/>
                </a:solidFill>
              </a:rPr>
              <a:t>✅ Ready for deployment</a:t>
            </a:r>
          </a:p>
          <a:p>
            <a:pPr marL="0" lvl="0" indent="0">
              <a:buNone/>
            </a:pPr>
            <a:r>
              <a:rPr lang="en-IN" sz="1200" b="1">
                <a:solidFill>
                  <a:srgbClr val="FFFFFF"/>
                </a:solidFill>
              </a:rPr>
              <a:t>Thank You!</a:t>
            </a:r>
            <a:br>
              <a:rPr lang="en-IN" sz="1200">
                <a:solidFill>
                  <a:srgbClr val="FFFFFF"/>
                </a:solidFill>
              </a:rPr>
            </a:br>
            <a:r>
              <a:rPr lang="en-IN" sz="1200">
                <a:solidFill>
                  <a:srgbClr val="FFFFFF"/>
                </a:solidFill>
              </a:rPr>
              <a:t>Questions?</a:t>
            </a:r>
          </a:p>
          <a:p>
            <a:pPr marL="0" lvl="0" indent="0">
              <a:buNone/>
            </a:pPr>
            <a:r>
              <a:rPr lang="en-IN" sz="1200" b="1">
                <a:solidFill>
                  <a:srgbClr val="FFFFFF"/>
                </a:solidFill>
              </a:rPr>
              <a:t>Contact:</a:t>
            </a:r>
            <a:r>
              <a:rPr lang="en-IN" sz="1200">
                <a:solidFill>
                  <a:srgbClr val="FFFFFF"/>
                </a:solidFill>
              </a:rPr>
              <a:t> 2024mt12104@wilp.bits-pilani.ac.in</a:t>
            </a:r>
            <a:br>
              <a:rPr lang="en-IN" sz="1200">
                <a:solidFill>
                  <a:srgbClr val="FFFFFF"/>
                </a:solidFill>
              </a:rPr>
            </a:br>
            <a:r>
              <a:rPr lang="en-IN" sz="1200" b="1">
                <a:solidFill>
                  <a:srgbClr val="FFFFFF"/>
                </a:solidFill>
              </a:rPr>
              <a:t>GitHub:</a:t>
            </a:r>
            <a:r>
              <a:rPr lang="en-IN" sz="1200">
                <a:solidFill>
                  <a:srgbClr val="FFFFFF"/>
                </a:solidFill>
              </a:rPr>
              <a:t> 2024mt12104/Flutter_Back4App</a:t>
            </a:r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2355364" y="1369559"/>
            <a:ext cx="2474555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835AA7-5109-164E-AEE5-5736A08CED4F}">
  <we:reference id="wa200003964" version="1.0.0.0" store="en-US" storeType="OMEX"/>
  <we:alternateReferences>
    <we:reference id="WA200003964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425</Words>
  <Application>Microsoft Macintosh PowerPoint</Application>
  <PresentationFormat>On-screen Show (16:9)</PresentationFormat>
  <Paragraphs>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 Boardroom</vt:lpstr>
      <vt:lpstr>AjB4APP - Note It Down!</vt:lpstr>
      <vt:lpstr>Flutter Notes App with Cloud Integration</vt:lpstr>
      <vt:lpstr>1. What is AjB4APP?</vt:lpstr>
      <vt:lpstr>A Modern Flutter Notes Application</vt:lpstr>
      <vt:lpstr>2. Technical Architecture</vt:lpstr>
      <vt:lpstr>Simple &amp; Effective Design</vt:lpstr>
      <vt:lpstr>3. Main Features</vt:lpstr>
      <vt:lpstr>What Users Can Do</vt:lpstr>
      <vt:lpstr>4. Testing &amp; Quality</vt:lpstr>
      <vt:lpstr>Professional Development Standards</vt:lpstr>
      <vt:lpstr>5. Project Learnings</vt:lpstr>
      <vt:lpstr>Skills Developed</vt:lpstr>
      <vt:lpstr>6.Conclusion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Rajan, Ajeesh (Cognizant)</cp:lastModifiedBy>
  <cp:revision>1</cp:revision>
  <dcterms:created xsi:type="dcterms:W3CDTF">2025-11-11T10:09:36Z</dcterms:created>
  <dcterms:modified xsi:type="dcterms:W3CDTF">2025-11-11T10:26:45Z</dcterms:modified>
</cp:coreProperties>
</file>